
<file path=[Content_Types].xml><?xml version="1.0" encoding="utf-8"?>
<Types xmlns="http://schemas.openxmlformats.org/package/2006/content-types">
  <Default Extension="png" ContentType="image/png"/>
  <Default Extension="jpe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714" r:id="rId1"/>
  </p:sldMasterIdLst>
  <p:sldIdLst>
    <p:sldId id="256" r:id="rId2"/>
    <p:sldId id="257" r:id="rId3"/>
    <p:sldId id="259" r:id="rId4"/>
    <p:sldId id="258" r:id="rId5"/>
    <p:sldId id="261" r:id="rId6"/>
    <p:sldId id="262" r:id="rId7"/>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9789" autoAdjust="0"/>
    <p:restoredTop sz="96236" autoAdjust="0"/>
  </p:normalViewPr>
  <p:slideViewPr>
    <p:cSldViewPr snapToGrid="0">
      <p:cViewPr>
        <p:scale>
          <a:sx n="100" d="100"/>
          <a:sy n="100" d="100"/>
        </p:scale>
        <p:origin x="254" y="-230"/>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presProps" Target="presProps.xml"/><Relationship Id="rId3" Type="http://schemas.openxmlformats.org/officeDocument/2006/relationships/slide" Target="slides/slide2.xml"/><Relationship Id="rId7" Type="http://schemas.openxmlformats.org/officeDocument/2006/relationships/slide" Target="slides/slide6.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tableStyles" Target="tableStyles.xml"/><Relationship Id="rId5" Type="http://schemas.openxmlformats.org/officeDocument/2006/relationships/slide" Target="slides/slide4.xml"/><Relationship Id="rId10" Type="http://schemas.openxmlformats.org/officeDocument/2006/relationships/theme" Target="theme/theme1.xml"/><Relationship Id="rId4" Type="http://schemas.openxmlformats.org/officeDocument/2006/relationships/slide" Target="slides/slide3.xml"/><Relationship Id="rId9" Type="http://schemas.openxmlformats.org/officeDocument/2006/relationships/viewProps" Target="viewProp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bg>
      <p:bgPr>
        <a:solidFill>
          <a:schemeClr val="accent2"/>
        </a:solidFill>
        <a:effectLst/>
      </p:bgPr>
    </p:bg>
    <p:spTree>
      <p:nvGrpSpPr>
        <p:cNvPr id="1" name=""/>
        <p:cNvGrpSpPr/>
        <p:nvPr/>
      </p:nvGrpSpPr>
      <p:grpSpPr>
        <a:xfrm>
          <a:off x="0" y="0"/>
          <a:ext cx="0" cy="0"/>
          <a:chOff x="0" y="0"/>
          <a:chExt cx="0" cy="0"/>
        </a:xfrm>
      </p:grpSpPr>
      <p:sp>
        <p:nvSpPr>
          <p:cNvPr id="2" name="Title 1"/>
          <p:cNvSpPr>
            <a:spLocks noGrp="1"/>
          </p:cNvSpPr>
          <p:nvPr>
            <p:ph type="ctrTitle"/>
          </p:nvPr>
        </p:nvSpPr>
        <p:spPr bwMode="blackWhite">
          <a:xfrm>
            <a:off x="1600200" y="2386744"/>
            <a:ext cx="8991600" cy="1645920"/>
          </a:xfrm>
          <a:solidFill>
            <a:srgbClr val="FFFFFF"/>
          </a:solidFill>
          <a:ln w="38100">
            <a:solidFill>
              <a:srgbClr val="404040"/>
            </a:solidFill>
          </a:ln>
        </p:spPr>
        <p:txBody>
          <a:bodyPr lIns="274320" rIns="274320" anchor="ctr" anchorCtr="1">
            <a:normAutofit/>
          </a:bodyPr>
          <a:lstStyle>
            <a:lvl1pPr algn="ctr">
              <a:defRPr sz="3800">
                <a:solidFill>
                  <a:srgbClr val="262626"/>
                </a:solidFill>
              </a:defRPr>
            </a:lvl1pPr>
          </a:lstStyle>
          <a:p>
            <a:r>
              <a:rPr lang="en-US"/>
              <a:t>Click to edit Master title style</a:t>
            </a:r>
            <a:endParaRPr lang="en-US" dirty="0"/>
          </a:p>
        </p:txBody>
      </p:sp>
      <p:sp>
        <p:nvSpPr>
          <p:cNvPr id="3" name="Subtitle 2"/>
          <p:cNvSpPr>
            <a:spLocks noGrp="1"/>
          </p:cNvSpPr>
          <p:nvPr>
            <p:ph type="subTitle" idx="1"/>
          </p:nvPr>
        </p:nvSpPr>
        <p:spPr>
          <a:xfrm>
            <a:off x="2695194" y="4352544"/>
            <a:ext cx="6801612" cy="1239894"/>
          </a:xfrm>
          <a:noFill/>
        </p:spPr>
        <p:txBody>
          <a:bodyPr>
            <a:normAutofit/>
          </a:bodyPr>
          <a:lstStyle>
            <a:lvl1pPr marL="0" indent="0" algn="ctr">
              <a:buNone/>
              <a:defRPr sz="2000">
                <a:solidFill>
                  <a:schemeClr val="tx1">
                    <a:lumMod val="75000"/>
                    <a:lumOff val="25000"/>
                  </a:schemeClr>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US" dirty="0"/>
          </a:p>
        </p:txBody>
      </p:sp>
      <p:sp>
        <p:nvSpPr>
          <p:cNvPr id="7" name="Date Placeholder 6"/>
          <p:cNvSpPr>
            <a:spLocks noGrp="1"/>
          </p:cNvSpPr>
          <p:nvPr>
            <p:ph type="dt" sz="half" idx="10"/>
          </p:nvPr>
        </p:nvSpPr>
        <p:spPr/>
        <p:txBody>
          <a:bodyPr/>
          <a:lstStyle/>
          <a:p>
            <a:fld id="{C764DE79-268F-4C1A-8933-263129D2AF90}" type="datetimeFigureOut">
              <a:rPr lang="en-US" smtClean="0"/>
              <a:t>12/31/2025</a:t>
            </a:fld>
            <a:endParaRPr lang="en-US" dirty="0"/>
          </a:p>
        </p:txBody>
      </p:sp>
      <p:sp>
        <p:nvSpPr>
          <p:cNvPr id="8" name="Footer Placeholder 7"/>
          <p:cNvSpPr>
            <a:spLocks noGrp="1"/>
          </p:cNvSpPr>
          <p:nvPr>
            <p:ph type="ftr" sz="quarter" idx="11"/>
          </p:nvPr>
        </p:nvSpPr>
        <p:spPr/>
        <p:txBody>
          <a:bodyPr/>
          <a:lstStyle/>
          <a:p>
            <a:endParaRPr lang="en-US" dirty="0"/>
          </a:p>
        </p:txBody>
      </p:sp>
      <p:sp>
        <p:nvSpPr>
          <p:cNvPr id="9" name="Slide Number Placeholder 8"/>
          <p:cNvSpPr>
            <a:spLocks noGrp="1"/>
          </p:cNvSpPr>
          <p:nvPr>
            <p:ph type="sldNum" sz="quarter" idx="12"/>
          </p:nvPr>
        </p:nvSpPr>
        <p:spPr/>
        <p:txBody>
          <a:bodyPr/>
          <a:lstStyle/>
          <a:p>
            <a:fld id="{48F63A3B-78C7-47BE-AE5E-E10140E04643}" type="slidenum">
              <a:rPr lang="en-US" smtClean="0"/>
              <a:t>‹#›</a:t>
            </a:fld>
            <a:endParaRPr lang="en-US" dirty="0"/>
          </a:p>
        </p:txBody>
      </p:sp>
    </p:spTree>
    <p:extLst>
      <p:ext uri="{BB962C8B-B14F-4D97-AF65-F5344CB8AC3E}">
        <p14:creationId xmlns:p14="http://schemas.microsoft.com/office/powerpoint/2010/main" val="2809428236"/>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idx="1"/>
          </p:nvPr>
        </p:nvSpPr>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C764DE79-268F-4C1A-8933-263129D2AF90}" type="datetimeFigureOut">
              <a:rPr lang="en-US" smtClean="0"/>
              <a:t>12/31/2025</a:t>
            </a:fld>
            <a:endParaRPr lang="en-US" dirty="0"/>
          </a:p>
        </p:txBody>
      </p:sp>
      <p:sp>
        <p:nvSpPr>
          <p:cNvPr id="8" name="Footer Placeholder 7"/>
          <p:cNvSpPr>
            <a:spLocks noGrp="1"/>
          </p:cNvSpPr>
          <p:nvPr>
            <p:ph type="ftr" sz="quarter" idx="11"/>
          </p:nvPr>
        </p:nvSpPr>
        <p:spPr/>
        <p:txBody>
          <a:bodyPr/>
          <a:lstStyle/>
          <a:p>
            <a:endParaRPr lang="en-US" dirty="0"/>
          </a:p>
        </p:txBody>
      </p:sp>
      <p:sp>
        <p:nvSpPr>
          <p:cNvPr id="9" name="Slide Number Placeholder 8"/>
          <p:cNvSpPr>
            <a:spLocks noGrp="1"/>
          </p:cNvSpPr>
          <p:nvPr>
            <p:ph type="sldNum" sz="quarter" idx="12"/>
          </p:nvPr>
        </p:nvSpPr>
        <p:spPr/>
        <p:txBody>
          <a:bodyPr/>
          <a:lstStyle/>
          <a:p>
            <a:fld id="{48F63A3B-78C7-47BE-AE5E-E10140E04643}" type="slidenum">
              <a:rPr lang="en-US" smtClean="0"/>
              <a:t>‹#›</a:t>
            </a:fld>
            <a:endParaRPr lang="en-US" dirty="0"/>
          </a:p>
        </p:txBody>
      </p:sp>
    </p:spTree>
    <p:extLst>
      <p:ext uri="{BB962C8B-B14F-4D97-AF65-F5344CB8AC3E}">
        <p14:creationId xmlns:p14="http://schemas.microsoft.com/office/powerpoint/2010/main" val="223611381"/>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bg>
      <p:bgPr>
        <a:solidFill>
          <a:schemeClr val="accent1"/>
        </a:soli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bwMode="blackWhite">
          <a:xfrm>
            <a:off x="1600200" y="2386744"/>
            <a:ext cx="8991600" cy="1645920"/>
          </a:xfrm>
          <a:solidFill>
            <a:srgbClr val="FFFFFF"/>
          </a:solidFill>
          <a:ln w="38100">
            <a:solidFill>
              <a:srgbClr val="404040"/>
            </a:solidFill>
          </a:ln>
        </p:spPr>
        <p:txBody>
          <a:bodyPr lIns="274320" rIns="274320" anchor="ctr" anchorCtr="1">
            <a:normAutofit/>
          </a:bodyPr>
          <a:lstStyle>
            <a:lvl1pPr>
              <a:defRPr sz="3800">
                <a:solidFill>
                  <a:srgbClr val="262626"/>
                </a:solidFill>
              </a:defRPr>
            </a:lvl1pPr>
          </a:lstStyle>
          <a:p>
            <a:r>
              <a:rPr lang="en-US"/>
              <a:t>Click to edit Master title style</a:t>
            </a:r>
            <a:endParaRPr lang="en-US" dirty="0"/>
          </a:p>
        </p:txBody>
      </p:sp>
      <p:sp>
        <p:nvSpPr>
          <p:cNvPr id="3" name="Text Placeholder 2"/>
          <p:cNvSpPr>
            <a:spLocks noGrp="1"/>
          </p:cNvSpPr>
          <p:nvPr>
            <p:ph type="body" idx="1"/>
          </p:nvPr>
        </p:nvSpPr>
        <p:spPr>
          <a:xfrm>
            <a:off x="2695194" y="4352465"/>
            <a:ext cx="6801612" cy="1265082"/>
          </a:xfrm>
        </p:spPr>
        <p:txBody>
          <a:bodyPr anchor="t" anchorCtr="1">
            <a:normAutofit/>
          </a:bodyPr>
          <a:lstStyle>
            <a:lvl1pPr marL="0" indent="0">
              <a:buNone/>
              <a:defRPr sz="2000">
                <a:solidFill>
                  <a:schemeClr val="tx1"/>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Edit Master text styles</a:t>
            </a:r>
          </a:p>
        </p:txBody>
      </p:sp>
      <p:sp>
        <p:nvSpPr>
          <p:cNvPr id="7" name="Date Placeholder 6"/>
          <p:cNvSpPr>
            <a:spLocks noGrp="1"/>
          </p:cNvSpPr>
          <p:nvPr>
            <p:ph type="dt" sz="half" idx="10"/>
          </p:nvPr>
        </p:nvSpPr>
        <p:spPr/>
        <p:txBody>
          <a:bodyPr/>
          <a:lstStyle/>
          <a:p>
            <a:fld id="{C764DE79-268F-4C1A-8933-263129D2AF90}" type="datetimeFigureOut">
              <a:rPr lang="en-US" smtClean="0"/>
              <a:t>12/31/2025</a:t>
            </a:fld>
            <a:endParaRPr lang="en-US" dirty="0"/>
          </a:p>
        </p:txBody>
      </p:sp>
      <p:sp>
        <p:nvSpPr>
          <p:cNvPr id="8" name="Footer Placeholder 7"/>
          <p:cNvSpPr>
            <a:spLocks noGrp="1"/>
          </p:cNvSpPr>
          <p:nvPr>
            <p:ph type="ftr" sz="quarter" idx="11"/>
          </p:nvPr>
        </p:nvSpPr>
        <p:spPr/>
        <p:txBody>
          <a:bodyPr/>
          <a:lstStyle/>
          <a:p>
            <a:endParaRPr lang="en-US" dirty="0"/>
          </a:p>
        </p:txBody>
      </p:sp>
      <p:sp>
        <p:nvSpPr>
          <p:cNvPr id="9" name="Slide Number Placeholder 8"/>
          <p:cNvSpPr>
            <a:spLocks noGrp="1"/>
          </p:cNvSpPr>
          <p:nvPr>
            <p:ph type="sldNum" sz="quarter" idx="12"/>
          </p:nvPr>
        </p:nvSpPr>
        <p:spPr/>
        <p:txBody>
          <a:bodyPr/>
          <a:lstStyle/>
          <a:p>
            <a:fld id="{48F63A3B-78C7-47BE-AE5E-E10140E04643}" type="slidenum">
              <a:rPr lang="en-US" smtClean="0"/>
              <a:t>‹#›</a:t>
            </a:fld>
            <a:endParaRPr lang="en-US" dirty="0"/>
          </a:p>
        </p:txBody>
      </p:sp>
    </p:spTree>
    <p:extLst>
      <p:ext uri="{BB962C8B-B14F-4D97-AF65-F5344CB8AC3E}">
        <p14:creationId xmlns:p14="http://schemas.microsoft.com/office/powerpoint/2010/main" val="1505905627"/>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sz="half" idx="1"/>
          </p:nvPr>
        </p:nvSpPr>
        <p:spPr>
          <a:xfrm>
            <a:off x="1581912" y="2638044"/>
            <a:ext cx="4271771" cy="3101982"/>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6338315" y="2638044"/>
            <a:ext cx="4270247" cy="3101982"/>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8" name="Date Placeholder 7"/>
          <p:cNvSpPr>
            <a:spLocks noGrp="1"/>
          </p:cNvSpPr>
          <p:nvPr>
            <p:ph type="dt" sz="half" idx="10"/>
          </p:nvPr>
        </p:nvSpPr>
        <p:spPr/>
        <p:txBody>
          <a:bodyPr/>
          <a:lstStyle/>
          <a:p>
            <a:fld id="{C764DE79-268F-4C1A-8933-263129D2AF90}" type="datetimeFigureOut">
              <a:rPr lang="en-US" smtClean="0"/>
              <a:t>12/31/2025</a:t>
            </a:fld>
            <a:endParaRPr lang="en-US" dirty="0"/>
          </a:p>
        </p:txBody>
      </p:sp>
      <p:sp>
        <p:nvSpPr>
          <p:cNvPr id="9" name="Footer Placeholder 8"/>
          <p:cNvSpPr>
            <a:spLocks noGrp="1"/>
          </p:cNvSpPr>
          <p:nvPr>
            <p:ph type="ftr" sz="quarter" idx="11"/>
          </p:nvPr>
        </p:nvSpPr>
        <p:spPr/>
        <p:txBody>
          <a:bodyPr/>
          <a:lstStyle/>
          <a:p>
            <a:endParaRPr lang="en-US" dirty="0"/>
          </a:p>
        </p:txBody>
      </p:sp>
      <p:sp>
        <p:nvSpPr>
          <p:cNvPr id="10" name="Slide Number Placeholder 9"/>
          <p:cNvSpPr>
            <a:spLocks noGrp="1"/>
          </p:cNvSpPr>
          <p:nvPr>
            <p:ph type="sldNum" sz="quarter" idx="12"/>
          </p:nvPr>
        </p:nvSpPr>
        <p:spPr/>
        <p:txBody>
          <a:bodyPr/>
          <a:lstStyle/>
          <a:p>
            <a:fld id="{48F63A3B-78C7-47BE-AE5E-E10140E04643}" type="slidenum">
              <a:rPr lang="en-US" smtClean="0"/>
              <a:t>‹#›</a:t>
            </a:fld>
            <a:endParaRPr lang="en-US" dirty="0"/>
          </a:p>
        </p:txBody>
      </p:sp>
    </p:spTree>
    <p:extLst>
      <p:ext uri="{BB962C8B-B14F-4D97-AF65-F5344CB8AC3E}">
        <p14:creationId xmlns:p14="http://schemas.microsoft.com/office/powerpoint/2010/main" val="1274558652"/>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3" name="Text Placeholder 2"/>
          <p:cNvSpPr>
            <a:spLocks noGrp="1"/>
          </p:cNvSpPr>
          <p:nvPr>
            <p:ph type="body" idx="1"/>
          </p:nvPr>
        </p:nvSpPr>
        <p:spPr>
          <a:xfrm>
            <a:off x="1583436" y="2313433"/>
            <a:ext cx="4270248" cy="704087"/>
          </a:xfrm>
        </p:spPr>
        <p:txBody>
          <a:bodyPr anchor="b" anchorCtr="1">
            <a:normAutofit/>
          </a:bodyPr>
          <a:lstStyle>
            <a:lvl1pPr marL="0" indent="0" algn="ctr">
              <a:buNone/>
              <a:defRPr sz="1900" b="0" cap="all" spc="100" baseline="0">
                <a:solidFill>
                  <a:schemeClr val="accent2"/>
                </a:solidFill>
              </a:defRPr>
            </a:lvl1pPr>
            <a:lvl2pPr marL="457200" indent="0">
              <a:buNone/>
              <a:defRPr sz="19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4" name="Content Placeholder 3"/>
          <p:cNvSpPr>
            <a:spLocks noGrp="1"/>
          </p:cNvSpPr>
          <p:nvPr>
            <p:ph sz="half" idx="2"/>
          </p:nvPr>
        </p:nvSpPr>
        <p:spPr>
          <a:xfrm>
            <a:off x="1583436" y="3143250"/>
            <a:ext cx="4270248" cy="2596776"/>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6" name="Content Placeholder 5"/>
          <p:cNvSpPr>
            <a:spLocks noGrp="1"/>
          </p:cNvSpPr>
          <p:nvPr>
            <p:ph sz="quarter" idx="4"/>
          </p:nvPr>
        </p:nvSpPr>
        <p:spPr>
          <a:xfrm>
            <a:off x="6338316" y="3143250"/>
            <a:ext cx="4253484" cy="2596776"/>
          </a:xfrm>
        </p:spPr>
        <p:txBody>
          <a:bodyPr/>
          <a:lstStyle>
            <a:lvl5pPr>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1" name="Text Placeholder 4"/>
          <p:cNvSpPr>
            <a:spLocks noGrp="1"/>
          </p:cNvSpPr>
          <p:nvPr>
            <p:ph type="body" sz="quarter" idx="13"/>
          </p:nvPr>
        </p:nvSpPr>
        <p:spPr>
          <a:xfrm>
            <a:off x="6338316" y="2313433"/>
            <a:ext cx="4270248" cy="704087"/>
          </a:xfrm>
        </p:spPr>
        <p:txBody>
          <a:bodyPr anchor="b" anchorCtr="1">
            <a:normAutofit/>
          </a:bodyPr>
          <a:lstStyle>
            <a:lvl1pPr marL="0" indent="0" algn="ctr">
              <a:buNone/>
              <a:defRPr sz="1900" b="0" cap="all" spc="100" baseline="0">
                <a:solidFill>
                  <a:schemeClr val="accent2"/>
                </a:solidFill>
              </a:defRPr>
            </a:lvl1pPr>
            <a:lvl2pPr marL="457200" indent="0">
              <a:buNone/>
              <a:defRPr sz="19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7" name="Date Placeholder 6"/>
          <p:cNvSpPr>
            <a:spLocks noGrp="1"/>
          </p:cNvSpPr>
          <p:nvPr>
            <p:ph type="dt" sz="half" idx="10"/>
          </p:nvPr>
        </p:nvSpPr>
        <p:spPr/>
        <p:txBody>
          <a:bodyPr/>
          <a:lstStyle/>
          <a:p>
            <a:fld id="{C764DE79-268F-4C1A-8933-263129D2AF90}" type="datetimeFigureOut">
              <a:rPr lang="en-US" smtClean="0"/>
              <a:t>12/31/2025</a:t>
            </a:fld>
            <a:endParaRPr lang="en-US" dirty="0"/>
          </a:p>
        </p:txBody>
      </p:sp>
      <p:sp>
        <p:nvSpPr>
          <p:cNvPr id="8" name="Footer Placeholder 7"/>
          <p:cNvSpPr>
            <a:spLocks noGrp="1"/>
          </p:cNvSpPr>
          <p:nvPr>
            <p:ph type="ftr" sz="quarter" idx="11"/>
          </p:nvPr>
        </p:nvSpPr>
        <p:spPr/>
        <p:txBody>
          <a:bodyPr/>
          <a:lstStyle/>
          <a:p>
            <a:endParaRPr lang="en-US" dirty="0"/>
          </a:p>
        </p:txBody>
      </p:sp>
      <p:sp>
        <p:nvSpPr>
          <p:cNvPr id="9" name="Slide Number Placeholder 8"/>
          <p:cNvSpPr>
            <a:spLocks noGrp="1"/>
          </p:cNvSpPr>
          <p:nvPr>
            <p:ph type="sldNum" sz="quarter" idx="12"/>
          </p:nvPr>
        </p:nvSpPr>
        <p:spPr/>
        <p:txBody>
          <a:bodyPr/>
          <a:lstStyle/>
          <a:p>
            <a:fld id="{48F63A3B-78C7-47BE-AE5E-E10140E04643}" type="slidenum">
              <a:rPr lang="en-US" smtClean="0"/>
              <a:t>‹#›</a:t>
            </a:fld>
            <a:endParaRPr lang="en-US" dirty="0"/>
          </a:p>
        </p:txBody>
      </p:sp>
      <p:sp>
        <p:nvSpPr>
          <p:cNvPr id="10" name="Title 9"/>
          <p:cNvSpPr>
            <a:spLocks noGrp="1"/>
          </p:cNvSpPr>
          <p:nvPr>
            <p:ph type="title"/>
          </p:nvPr>
        </p:nvSpPr>
        <p:spPr/>
        <p:txBody>
          <a:bodyPr/>
          <a:lstStyle/>
          <a:p>
            <a:r>
              <a:rPr lang="en-US"/>
              <a:t>Click to edit Master title style</a:t>
            </a:r>
            <a:endParaRPr lang="en-US" dirty="0"/>
          </a:p>
        </p:txBody>
      </p:sp>
    </p:spTree>
    <p:extLst>
      <p:ext uri="{BB962C8B-B14F-4D97-AF65-F5344CB8AC3E}">
        <p14:creationId xmlns:p14="http://schemas.microsoft.com/office/powerpoint/2010/main" val="3135485662"/>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fld id="{C764DE79-268F-4C1A-8933-263129D2AF90}" type="datetimeFigureOut">
              <a:rPr lang="en-US" smtClean="0"/>
              <a:t>12/31/2025</a:t>
            </a:fld>
            <a:endParaRPr lang="en-US" dirty="0"/>
          </a:p>
        </p:txBody>
      </p:sp>
      <p:sp>
        <p:nvSpPr>
          <p:cNvPr id="4" name="Footer Placeholder 3"/>
          <p:cNvSpPr>
            <a:spLocks noGrp="1"/>
          </p:cNvSpPr>
          <p:nvPr>
            <p:ph type="ftr" sz="quarter" idx="11"/>
          </p:nvPr>
        </p:nvSpPr>
        <p:spPr/>
        <p:txBody>
          <a:bodyPr/>
          <a:lstStyle/>
          <a:p>
            <a:endParaRPr lang="en-US" dirty="0"/>
          </a:p>
        </p:txBody>
      </p:sp>
      <p:sp>
        <p:nvSpPr>
          <p:cNvPr id="5" name="Slide Number Placeholder 4"/>
          <p:cNvSpPr>
            <a:spLocks noGrp="1"/>
          </p:cNvSpPr>
          <p:nvPr>
            <p:ph type="sldNum" sz="quarter" idx="12"/>
          </p:nvPr>
        </p:nvSpPr>
        <p:spPr/>
        <p:txBody>
          <a:bodyPr/>
          <a:lstStyle/>
          <a:p>
            <a:fld id="{48F63A3B-78C7-47BE-AE5E-E10140E04643}" type="slidenum">
              <a:rPr lang="en-US" smtClean="0"/>
              <a:t>‹#›</a:t>
            </a:fld>
            <a:endParaRPr lang="en-US" dirty="0"/>
          </a:p>
        </p:txBody>
      </p:sp>
    </p:spTree>
    <p:extLst>
      <p:ext uri="{BB962C8B-B14F-4D97-AF65-F5344CB8AC3E}">
        <p14:creationId xmlns:p14="http://schemas.microsoft.com/office/powerpoint/2010/main" val="32998188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C764DE79-268F-4C1A-8933-263129D2AF90}" type="datetimeFigureOut">
              <a:rPr lang="en-US" smtClean="0"/>
              <a:t>12/31/2025</a:t>
            </a:fld>
            <a:endParaRPr lang="en-US" dirty="0"/>
          </a:p>
        </p:txBody>
      </p:sp>
      <p:sp>
        <p:nvSpPr>
          <p:cNvPr id="3" name="Footer Placeholder 2"/>
          <p:cNvSpPr>
            <a:spLocks noGrp="1"/>
          </p:cNvSpPr>
          <p:nvPr>
            <p:ph type="ftr" sz="quarter" idx="11"/>
          </p:nvPr>
        </p:nvSpPr>
        <p:spPr/>
        <p:txBody>
          <a:bodyPr/>
          <a:lstStyle/>
          <a:p>
            <a:endParaRPr lang="en-US" dirty="0"/>
          </a:p>
        </p:txBody>
      </p:sp>
      <p:sp>
        <p:nvSpPr>
          <p:cNvPr id="4" name="Slide Number Placeholder 3"/>
          <p:cNvSpPr>
            <a:spLocks noGrp="1"/>
          </p:cNvSpPr>
          <p:nvPr>
            <p:ph type="sldNum" sz="quarter" idx="12"/>
          </p:nvPr>
        </p:nvSpPr>
        <p:spPr/>
        <p:txBody>
          <a:bodyPr/>
          <a:lstStyle/>
          <a:p>
            <a:fld id="{48F63A3B-78C7-47BE-AE5E-E10140E04643}" type="slidenum">
              <a:rPr lang="en-US" smtClean="0"/>
              <a:t>‹#›</a:t>
            </a:fld>
            <a:endParaRPr lang="en-US" dirty="0"/>
          </a:p>
        </p:txBody>
      </p:sp>
    </p:spTree>
    <p:extLst>
      <p:ext uri="{BB962C8B-B14F-4D97-AF65-F5344CB8AC3E}">
        <p14:creationId xmlns:p14="http://schemas.microsoft.com/office/powerpoint/2010/main" val="1742949619"/>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bg>
      <p:bgRef idx="1001">
        <a:schemeClr val="bg2"/>
      </p:bgRef>
    </p:bg>
    <p:spTree>
      <p:nvGrpSpPr>
        <p:cNvPr id="1" name=""/>
        <p:cNvGrpSpPr/>
        <p:nvPr/>
      </p:nvGrpSpPr>
      <p:grpSpPr>
        <a:xfrm>
          <a:off x="0" y="0"/>
          <a:ext cx="0" cy="0"/>
          <a:chOff x="0" y="0"/>
          <a:chExt cx="0" cy="0"/>
        </a:xfrm>
      </p:grpSpPr>
      <p:sp>
        <p:nvSpPr>
          <p:cNvPr id="26" name="Rectangle 25"/>
          <p:cNvSpPr/>
          <p:nvPr/>
        </p:nvSpPr>
        <p:spPr>
          <a:xfrm>
            <a:off x="0" y="0"/>
            <a:ext cx="6096000" cy="685800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2" name="Title 1"/>
          <p:cNvSpPr>
            <a:spLocks noGrp="1"/>
          </p:cNvSpPr>
          <p:nvPr>
            <p:ph type="title"/>
          </p:nvPr>
        </p:nvSpPr>
        <p:spPr bwMode="blackWhite">
          <a:xfrm>
            <a:off x="804672" y="2243828"/>
            <a:ext cx="4486656" cy="1141497"/>
          </a:xfrm>
          <a:solidFill>
            <a:srgbClr val="FFFFFF"/>
          </a:solidFill>
          <a:ln>
            <a:solidFill>
              <a:srgbClr val="404040"/>
            </a:solidFill>
          </a:ln>
        </p:spPr>
        <p:txBody>
          <a:bodyPr anchor="ctr" anchorCtr="1">
            <a:normAutofit/>
          </a:bodyPr>
          <a:lstStyle>
            <a:lvl1pPr>
              <a:defRPr sz="2200">
                <a:solidFill>
                  <a:srgbClr val="262626"/>
                </a:solidFill>
              </a:defRPr>
            </a:lvl1pPr>
          </a:lstStyle>
          <a:p>
            <a:r>
              <a:rPr lang="en-US"/>
              <a:t>Click to edit Master title style</a:t>
            </a:r>
            <a:endParaRPr lang="en-US" dirty="0"/>
          </a:p>
        </p:txBody>
      </p:sp>
      <p:sp>
        <p:nvSpPr>
          <p:cNvPr id="3" name="Content Placeholder 2"/>
          <p:cNvSpPr>
            <a:spLocks noGrp="1"/>
          </p:cNvSpPr>
          <p:nvPr>
            <p:ph idx="1"/>
          </p:nvPr>
        </p:nvSpPr>
        <p:spPr>
          <a:xfrm>
            <a:off x="6736080" y="804672"/>
            <a:ext cx="4815840" cy="5248656"/>
          </a:xfrm>
        </p:spPr>
        <p:txBody>
          <a:bodyPr>
            <a:normAutofit/>
          </a:bodyPr>
          <a:lstStyle>
            <a:lvl1pPr>
              <a:defRPr sz="1900">
                <a:solidFill>
                  <a:schemeClr val="tx1"/>
                </a:solidFill>
              </a:defRPr>
            </a:lvl1pPr>
            <a:lvl2pPr>
              <a:defRPr sz="1600">
                <a:solidFill>
                  <a:schemeClr val="tx1"/>
                </a:solidFill>
              </a:defRPr>
            </a:lvl2pPr>
            <a:lvl3pPr>
              <a:defRPr sz="1600">
                <a:solidFill>
                  <a:schemeClr val="tx1"/>
                </a:solidFill>
              </a:defRPr>
            </a:lvl3pPr>
            <a:lvl4pPr>
              <a:defRPr sz="1600">
                <a:solidFill>
                  <a:schemeClr val="tx1"/>
                </a:solidFill>
              </a:defRPr>
            </a:lvl4pPr>
            <a:lvl5pPr>
              <a:defRPr sz="1600">
                <a:solidFill>
                  <a:schemeClr val="tx1"/>
                </a:solidFill>
              </a:defRPr>
            </a:lvl5pPr>
            <a:lvl6pPr>
              <a:defRPr sz="1600"/>
            </a:lvl6pPr>
            <a:lvl7pPr>
              <a:defRPr sz="1600"/>
            </a:lvl7pPr>
            <a:lvl8pPr>
              <a:defRPr sz="1600"/>
            </a:lvl8pPr>
            <a:lvl9pPr>
              <a:defRPr sz="1600"/>
            </a:lvl9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1115568" y="3549918"/>
            <a:ext cx="3794760" cy="2194036"/>
          </a:xfrm>
        </p:spPr>
        <p:txBody>
          <a:bodyPr anchor="t" anchorCtr="1">
            <a:normAutofit/>
          </a:bodyPr>
          <a:lstStyle>
            <a:lvl1pPr marL="0" indent="0" algn="ctr">
              <a:buNone/>
              <a:defRPr sz="1500">
                <a:solidFill>
                  <a:srgbClr val="FFFFFF"/>
                </a:solidFill>
              </a:defRPr>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Edit Master text styles</a:t>
            </a:r>
          </a:p>
        </p:txBody>
      </p:sp>
      <p:sp>
        <p:nvSpPr>
          <p:cNvPr id="9" name="Date Placeholder 8"/>
          <p:cNvSpPr>
            <a:spLocks noGrp="1"/>
          </p:cNvSpPr>
          <p:nvPr>
            <p:ph type="dt" sz="half" idx="10"/>
          </p:nvPr>
        </p:nvSpPr>
        <p:spPr/>
        <p:txBody>
          <a:bodyPr/>
          <a:lstStyle/>
          <a:p>
            <a:fld id="{C764DE79-268F-4C1A-8933-263129D2AF90}" type="datetimeFigureOut">
              <a:rPr lang="en-US" smtClean="0"/>
              <a:t>12/31/2025</a:t>
            </a:fld>
            <a:endParaRPr lang="en-US" dirty="0"/>
          </a:p>
        </p:txBody>
      </p:sp>
      <p:sp>
        <p:nvSpPr>
          <p:cNvPr id="10" name="Footer Placeholder 9"/>
          <p:cNvSpPr>
            <a:spLocks noGrp="1"/>
          </p:cNvSpPr>
          <p:nvPr>
            <p:ph type="ftr" sz="quarter" idx="11"/>
          </p:nvPr>
        </p:nvSpPr>
        <p:spPr>
          <a:xfrm>
            <a:off x="804672" y="6236208"/>
            <a:ext cx="5124797" cy="320040"/>
          </a:xfrm>
        </p:spPr>
        <p:txBody>
          <a:bodyPr/>
          <a:lstStyle>
            <a:lvl1pPr>
              <a:defRPr>
                <a:solidFill>
                  <a:srgbClr val="FFFFFF">
                    <a:alpha val="70000"/>
                  </a:srgbClr>
                </a:solidFill>
              </a:defRPr>
            </a:lvl1pPr>
          </a:lstStyle>
          <a:p>
            <a:endParaRPr lang="en-US" dirty="0"/>
          </a:p>
        </p:txBody>
      </p:sp>
      <p:sp>
        <p:nvSpPr>
          <p:cNvPr id="11" name="Slide Number Placeholder 10"/>
          <p:cNvSpPr>
            <a:spLocks noGrp="1"/>
          </p:cNvSpPr>
          <p:nvPr>
            <p:ph type="sldNum" sz="quarter" idx="12"/>
          </p:nvPr>
        </p:nvSpPr>
        <p:spPr/>
        <p:txBody>
          <a:bodyPr/>
          <a:lstStyle/>
          <a:p>
            <a:fld id="{48F63A3B-78C7-47BE-AE5E-E10140E04643}" type="slidenum">
              <a:rPr lang="en-US" smtClean="0"/>
              <a:t>‹#›</a:t>
            </a:fld>
            <a:endParaRPr lang="en-US" dirty="0"/>
          </a:p>
        </p:txBody>
      </p:sp>
    </p:spTree>
    <p:extLst>
      <p:ext uri="{BB962C8B-B14F-4D97-AF65-F5344CB8AC3E}">
        <p14:creationId xmlns:p14="http://schemas.microsoft.com/office/powerpoint/2010/main" val="472813689"/>
      </p:ext>
    </p:extLst>
  </p:cSld>
  <p:clrMapOvr>
    <a:overrideClrMapping bg1="dk1" tx1="lt1" bg2="dk2" tx2="lt2" accent1="accent1" accent2="accent2" accent3="accent3" accent4="accent4" accent5="accent5" accent6="accent6" hlink="hlink" folHlink="folHlink"/>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bg>
      <p:bgRef idx="1001">
        <a:schemeClr val="bg2"/>
      </p:bgRef>
    </p:bg>
    <p:spTree>
      <p:nvGrpSpPr>
        <p:cNvPr id="1" name=""/>
        <p:cNvGrpSpPr/>
        <p:nvPr/>
      </p:nvGrpSpPr>
      <p:grpSpPr>
        <a:xfrm>
          <a:off x="0" y="0"/>
          <a:ext cx="0" cy="0"/>
          <a:chOff x="0" y="0"/>
          <a:chExt cx="0" cy="0"/>
        </a:xfrm>
      </p:grpSpPr>
      <p:sp>
        <p:nvSpPr>
          <p:cNvPr id="18" name="Rectangle 17"/>
          <p:cNvSpPr/>
          <p:nvPr/>
        </p:nvSpPr>
        <p:spPr>
          <a:xfrm>
            <a:off x="0" y="0"/>
            <a:ext cx="6095999" cy="685800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2" name="Title 1"/>
          <p:cNvSpPr>
            <a:spLocks noGrp="1"/>
          </p:cNvSpPr>
          <p:nvPr>
            <p:ph type="title"/>
          </p:nvPr>
        </p:nvSpPr>
        <p:spPr bwMode="blackWhite">
          <a:xfrm>
            <a:off x="808523" y="2243828"/>
            <a:ext cx="4494998" cy="1134640"/>
          </a:xfrm>
          <a:solidFill>
            <a:srgbClr val="FFFFFF"/>
          </a:solidFill>
          <a:ln>
            <a:solidFill>
              <a:srgbClr val="404040"/>
            </a:solidFill>
          </a:ln>
        </p:spPr>
        <p:txBody>
          <a:bodyPr anchor="ctr" anchorCtr="1">
            <a:noAutofit/>
          </a:bodyPr>
          <a:lstStyle>
            <a:lvl1pPr>
              <a:defRPr sz="2200">
                <a:solidFill>
                  <a:srgbClr val="262626"/>
                </a:solidFill>
              </a:defRPr>
            </a:lvl1pPr>
          </a:lstStyle>
          <a:p>
            <a:r>
              <a:rPr lang="en-US"/>
              <a:t>Click to edit Master title style</a:t>
            </a:r>
            <a:endParaRPr lang="en-US" dirty="0"/>
          </a:p>
        </p:txBody>
      </p:sp>
      <p:sp>
        <p:nvSpPr>
          <p:cNvPr id="3" name="Picture Placeholder 2"/>
          <p:cNvSpPr>
            <a:spLocks noGrp="1" noChangeAspect="1"/>
          </p:cNvSpPr>
          <p:nvPr>
            <p:ph type="pic" idx="1"/>
          </p:nvPr>
        </p:nvSpPr>
        <p:spPr>
          <a:xfrm>
            <a:off x="6095999" y="0"/>
            <a:ext cx="6102097" cy="6858000"/>
          </a:xfrm>
          <a:solidFill>
            <a:schemeClr val="tx1">
              <a:lumMod val="85000"/>
            </a:schemeClr>
          </a:solidFill>
        </p:spPr>
        <p:txBody>
          <a:bodyPr anchor="t"/>
          <a:lstStyle>
            <a:lvl1pPr marL="0" indent="0">
              <a:buNone/>
              <a:defRPr sz="3200">
                <a:solidFill>
                  <a:schemeClr val="bg1">
                    <a:lumMod val="85000"/>
                    <a:lumOff val="15000"/>
                  </a:schemeClr>
                </a:solidFill>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endParaRPr lang="en-US" dirty="0"/>
          </a:p>
        </p:txBody>
      </p:sp>
      <p:sp>
        <p:nvSpPr>
          <p:cNvPr id="4" name="Text Placeholder 3"/>
          <p:cNvSpPr>
            <a:spLocks noGrp="1"/>
          </p:cNvSpPr>
          <p:nvPr>
            <p:ph type="body" sz="half" idx="2"/>
          </p:nvPr>
        </p:nvSpPr>
        <p:spPr>
          <a:xfrm>
            <a:off x="1115568" y="3549918"/>
            <a:ext cx="3794760" cy="2194037"/>
          </a:xfrm>
        </p:spPr>
        <p:txBody>
          <a:bodyPr anchor="t" anchorCtr="1">
            <a:normAutofit/>
          </a:bodyPr>
          <a:lstStyle>
            <a:lvl1pPr marL="0" indent="0" algn="ctr">
              <a:buNone/>
              <a:defRPr sz="1500">
                <a:solidFill>
                  <a:srgbClr val="FFFFFF"/>
                </a:solidFill>
              </a:defRPr>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Edit Master text styles</a:t>
            </a:r>
          </a:p>
        </p:txBody>
      </p:sp>
      <p:sp>
        <p:nvSpPr>
          <p:cNvPr id="8" name="Date Placeholder 7"/>
          <p:cNvSpPr>
            <a:spLocks noGrp="1"/>
          </p:cNvSpPr>
          <p:nvPr>
            <p:ph type="dt" sz="half" idx="10"/>
          </p:nvPr>
        </p:nvSpPr>
        <p:spPr/>
        <p:txBody>
          <a:bodyPr/>
          <a:lstStyle>
            <a:lvl1pPr>
              <a:defRPr>
                <a:solidFill>
                  <a:srgbClr val="FFFFFF"/>
                </a:solidFill>
                <a:effectLst>
                  <a:outerShdw blurRad="50800" dist="38100" dir="2700000" algn="tl" rotWithShape="0">
                    <a:prstClr val="black">
                      <a:alpha val="43000"/>
                    </a:prstClr>
                  </a:outerShdw>
                </a:effectLst>
              </a:defRPr>
            </a:lvl1pPr>
          </a:lstStyle>
          <a:p>
            <a:fld id="{C764DE79-268F-4C1A-8933-263129D2AF90}" type="datetimeFigureOut">
              <a:rPr lang="en-US" smtClean="0"/>
              <a:t>12/31/2025</a:t>
            </a:fld>
            <a:endParaRPr lang="en-US" dirty="0"/>
          </a:p>
        </p:txBody>
      </p:sp>
      <p:sp>
        <p:nvSpPr>
          <p:cNvPr id="9" name="Footer Placeholder 8"/>
          <p:cNvSpPr>
            <a:spLocks noGrp="1"/>
          </p:cNvSpPr>
          <p:nvPr>
            <p:ph type="ftr" sz="quarter" idx="11"/>
          </p:nvPr>
        </p:nvSpPr>
        <p:spPr>
          <a:xfrm>
            <a:off x="804672" y="6236208"/>
            <a:ext cx="5124797" cy="320040"/>
          </a:xfrm>
        </p:spPr>
        <p:txBody>
          <a:bodyPr/>
          <a:lstStyle>
            <a:lvl1pPr>
              <a:defRPr>
                <a:solidFill>
                  <a:srgbClr val="FFFFFF">
                    <a:alpha val="70000"/>
                  </a:srgbClr>
                </a:solidFill>
              </a:defRPr>
            </a:lvl1pPr>
          </a:lstStyle>
          <a:p>
            <a:endParaRPr lang="en-US" dirty="0"/>
          </a:p>
        </p:txBody>
      </p:sp>
      <p:sp>
        <p:nvSpPr>
          <p:cNvPr id="10" name="Slide Number Placeholder 9"/>
          <p:cNvSpPr>
            <a:spLocks noGrp="1"/>
          </p:cNvSpPr>
          <p:nvPr>
            <p:ph type="sldNum" sz="quarter" idx="12"/>
          </p:nvPr>
        </p:nvSpPr>
        <p:spPr/>
        <p:txBody>
          <a:bodyPr/>
          <a:lstStyle/>
          <a:p>
            <a:fld id="{48F63A3B-78C7-47BE-AE5E-E10140E04643}" type="slidenum">
              <a:rPr lang="en-US" smtClean="0"/>
              <a:t>‹#›</a:t>
            </a:fld>
            <a:endParaRPr lang="en-US" dirty="0"/>
          </a:p>
        </p:txBody>
      </p:sp>
    </p:spTree>
    <p:extLst>
      <p:ext uri="{BB962C8B-B14F-4D97-AF65-F5344CB8AC3E}">
        <p14:creationId xmlns:p14="http://schemas.microsoft.com/office/powerpoint/2010/main" val="3506927984"/>
      </p:ext>
    </p:extLst>
  </p:cSld>
  <p:clrMapOvr>
    <a:overrideClrMapping bg1="dk1" tx1="lt1" bg2="dk2" tx2="lt2" accent1="accent1" accent2="accent2" accent3="accent3" accent4="accent4" accent5="accent5" accent6="accent6" hlink="hlink" folHlink="folHlink"/>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C764DE79-268F-4C1A-8933-263129D2AF90}" type="datetimeFigureOut">
              <a:rPr lang="en-US" smtClean="0"/>
              <a:t>12/31/2025</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48F63A3B-78C7-47BE-AE5E-E10140E04643}" type="slidenum">
              <a:rPr lang="en-US" smtClean="0"/>
              <a:t>‹#›</a:t>
            </a:fld>
            <a:endParaRPr lang="en-US" dirty="0"/>
          </a:p>
        </p:txBody>
      </p:sp>
    </p:spTree>
    <p:extLst>
      <p:ext uri="{BB962C8B-B14F-4D97-AF65-F5344CB8AC3E}">
        <p14:creationId xmlns:p14="http://schemas.microsoft.com/office/powerpoint/2010/main" val="373289718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653112" y="937260"/>
            <a:ext cx="1298608" cy="4983480"/>
          </a:xfrm>
        </p:spPr>
        <p:txBody>
          <a:bodyPr vert="eaVert"/>
          <a:lstStyle/>
          <a:p>
            <a:r>
              <a:rPr lang="en-US"/>
              <a:t>Click to edit Master title style</a:t>
            </a:r>
            <a:endParaRPr lang="en-US" dirty="0"/>
          </a:p>
        </p:txBody>
      </p:sp>
      <p:sp>
        <p:nvSpPr>
          <p:cNvPr id="3" name="Vertical Text Placeholder 2"/>
          <p:cNvSpPr>
            <a:spLocks noGrp="1"/>
          </p:cNvSpPr>
          <p:nvPr>
            <p:ph type="body" orient="vert" idx="1"/>
          </p:nvPr>
        </p:nvSpPr>
        <p:spPr>
          <a:xfrm>
            <a:off x="2231136" y="937260"/>
            <a:ext cx="6198489" cy="4983480"/>
          </a:xfrm>
        </p:spPr>
        <p:txBody>
          <a:bodyPr vert="eaVert"/>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C764DE79-268F-4C1A-8933-263129D2AF90}" type="datetimeFigureOut">
              <a:rPr lang="en-US" smtClean="0"/>
              <a:t>12/31/2025</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48F63A3B-78C7-47BE-AE5E-E10140E04643}" type="slidenum">
              <a:rPr lang="en-US" smtClean="0"/>
              <a:t>‹#›</a:t>
            </a:fld>
            <a:endParaRPr lang="en-US" dirty="0"/>
          </a:p>
        </p:txBody>
      </p:sp>
    </p:spTree>
    <p:extLst>
      <p:ext uri="{BB962C8B-B14F-4D97-AF65-F5344CB8AC3E}">
        <p14:creationId xmlns:p14="http://schemas.microsoft.com/office/powerpoint/2010/main" val="584799800"/>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twoTxTwoObj">
  <p:cSld name="1_Comparison">
    <p:spTree>
      <p:nvGrpSpPr>
        <p:cNvPr id="1" name=""/>
        <p:cNvGrpSpPr/>
        <p:nvPr/>
      </p:nvGrpSpPr>
      <p:grpSpPr>
        <a:xfrm>
          <a:off x="0" y="0"/>
          <a:ext cx="0" cy="0"/>
          <a:chOff x="0" y="0"/>
          <a:chExt cx="0" cy="0"/>
        </a:xfrm>
      </p:grpSpPr>
      <p:sp>
        <p:nvSpPr>
          <p:cNvPr id="2" name="Title 1"/>
          <p:cNvSpPr>
            <a:spLocks noGrp="1"/>
          </p:cNvSpPr>
          <p:nvPr>
            <p:ph type="title"/>
          </p:nvPr>
        </p:nvSpPr>
        <p:spPr>
          <a:xfrm>
            <a:off x="839788" y="365125"/>
            <a:ext cx="10515600" cy="1325563"/>
          </a:xfrm>
        </p:spPr>
        <p:txBody>
          <a:bodyPr/>
          <a:lstStyle/>
          <a:p>
            <a:r>
              <a:rPr lang="en-US"/>
              <a:t>Click to edit Master title style</a:t>
            </a:r>
            <a:endParaRPr lang="en-US" dirty="0"/>
          </a:p>
        </p:txBody>
      </p:sp>
      <p:sp>
        <p:nvSpPr>
          <p:cNvPr id="3" name="Text Placeholder 2"/>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C764DE79-268F-4C1A-8933-263129D2AF90}" type="datetimeFigureOut">
              <a:rPr lang="en-US" dirty="0"/>
              <a:t>12/31/2025</a:t>
            </a:fld>
            <a:endParaRPr lang="en-US" dirty="0"/>
          </a:p>
        </p:txBody>
      </p:sp>
      <p:sp>
        <p:nvSpPr>
          <p:cNvPr id="8" name="Footer Placeholder 7"/>
          <p:cNvSpPr>
            <a:spLocks noGrp="1"/>
          </p:cNvSpPr>
          <p:nvPr>
            <p:ph type="ftr" sz="quarter" idx="11"/>
          </p:nvPr>
        </p:nvSpPr>
        <p:spPr/>
        <p:txBody>
          <a:bodyPr/>
          <a:lstStyle/>
          <a:p>
            <a:endParaRPr lang="en-US" dirty="0"/>
          </a:p>
        </p:txBody>
      </p:sp>
      <p:sp>
        <p:nvSpPr>
          <p:cNvPr id="9" name="Slide Number Placeholder 8"/>
          <p:cNvSpPr>
            <a:spLocks noGrp="1"/>
          </p:cNvSpPr>
          <p:nvPr>
            <p:ph type="sldNum" sz="quarter" idx="12"/>
          </p:nvPr>
        </p:nvSpPr>
        <p:spPr/>
        <p:txBody>
          <a:bodyPr/>
          <a:lstStyle/>
          <a:p>
            <a:fld id="{48F63A3B-78C7-47BE-AE5E-E10140E04643}" type="slidenum">
              <a:rPr lang="en-US" dirty="0"/>
              <a:t>‹#›</a:t>
            </a:fld>
            <a:endParaRPr lang="en-US" dirty="0"/>
          </a:p>
        </p:txBody>
      </p:sp>
    </p:spTree>
    <p:extLst>
      <p:ext uri="{BB962C8B-B14F-4D97-AF65-F5344CB8AC3E}">
        <p14:creationId xmlns:p14="http://schemas.microsoft.com/office/powerpoint/2010/main" val="1113547509"/>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2"/>
      </p:bgRef>
    </p:bg>
    <p:spTree>
      <p:nvGrpSpPr>
        <p:cNvPr id="1" name=""/>
        <p:cNvGrpSpPr/>
        <p:nvPr/>
      </p:nvGrpSpPr>
      <p:grpSpPr>
        <a:xfrm>
          <a:off x="0" y="0"/>
          <a:ext cx="0" cy="0"/>
          <a:chOff x="0" y="0"/>
          <a:chExt cx="0" cy="0"/>
        </a:xfrm>
      </p:grpSpPr>
      <p:sp>
        <p:nvSpPr>
          <p:cNvPr id="2" name="Title Placeholder 1"/>
          <p:cNvSpPr>
            <a:spLocks noGrp="1"/>
          </p:cNvSpPr>
          <p:nvPr>
            <p:ph type="title"/>
          </p:nvPr>
        </p:nvSpPr>
        <p:spPr bwMode="black">
          <a:xfrm>
            <a:off x="2231136" y="964692"/>
            <a:ext cx="7729728" cy="1188720"/>
          </a:xfrm>
          <a:prstGeom prst="rect">
            <a:avLst/>
          </a:prstGeom>
          <a:solidFill>
            <a:schemeClr val="bg2">
              <a:lumMod val="60000"/>
              <a:lumOff val="40000"/>
              <a:alpha val="15000"/>
            </a:schemeClr>
          </a:solidFill>
          <a:ln w="31750" cap="sq">
            <a:solidFill>
              <a:schemeClr val="tx1">
                <a:lumMod val="75000"/>
                <a:lumOff val="25000"/>
              </a:schemeClr>
            </a:solidFill>
            <a:miter lim="800000"/>
          </a:ln>
        </p:spPr>
        <p:txBody>
          <a:bodyPr vert="horz" lIns="182880" tIns="182880" rIns="182880" bIns="182880" rtlCol="0" anchor="ctr">
            <a:normAutofit/>
          </a:bodyPr>
          <a:lstStyle/>
          <a:p>
            <a:r>
              <a:rPr lang="en-US"/>
              <a:t>Click to edit Master title style</a:t>
            </a:r>
            <a:endParaRPr lang="en-US" dirty="0"/>
          </a:p>
        </p:txBody>
      </p:sp>
      <p:sp>
        <p:nvSpPr>
          <p:cNvPr id="3" name="Text Placeholder 2"/>
          <p:cNvSpPr>
            <a:spLocks noGrp="1"/>
          </p:cNvSpPr>
          <p:nvPr>
            <p:ph type="body" idx="1"/>
          </p:nvPr>
        </p:nvSpPr>
        <p:spPr>
          <a:xfrm>
            <a:off x="2231136" y="2638044"/>
            <a:ext cx="7729728" cy="3101983"/>
          </a:xfrm>
          <a:prstGeom prst="rect">
            <a:avLst/>
          </a:prstGeom>
        </p:spPr>
        <p:txBody>
          <a:bodyPr vert="horz" lIns="91440" tIns="45720" rIns="91440" bIns="45720" rtlCol="0">
            <a:normAutofit/>
          </a:bodyPr>
          <a:lstStyle/>
          <a:p>
            <a:pPr lvl="0"/>
            <a:r>
              <a:rPr lang="en-US" dirty="0"/>
              <a:t>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2"/>
          </p:nvPr>
        </p:nvSpPr>
        <p:spPr>
          <a:xfrm>
            <a:off x="7821429" y="6238816"/>
            <a:ext cx="2753746" cy="323968"/>
          </a:xfrm>
          <a:prstGeom prst="rect">
            <a:avLst/>
          </a:prstGeom>
        </p:spPr>
        <p:txBody>
          <a:bodyPr vert="horz" lIns="91440" tIns="45720" rIns="91440" bIns="45720" rtlCol="0" anchor="ctr"/>
          <a:lstStyle>
            <a:lvl1pPr algn="r">
              <a:defRPr sz="1050">
                <a:solidFill>
                  <a:schemeClr val="tx1">
                    <a:alpha val="70000"/>
                  </a:schemeClr>
                </a:solidFill>
              </a:defRPr>
            </a:lvl1pPr>
          </a:lstStyle>
          <a:p>
            <a:fld id="{C764DE79-268F-4C1A-8933-263129D2AF90}" type="datetimeFigureOut">
              <a:rPr lang="en-US" smtClean="0"/>
              <a:t>12/31/2025</a:t>
            </a:fld>
            <a:endParaRPr lang="en-US" dirty="0"/>
          </a:p>
        </p:txBody>
      </p:sp>
      <p:sp>
        <p:nvSpPr>
          <p:cNvPr id="5" name="Footer Placeholder 4"/>
          <p:cNvSpPr>
            <a:spLocks noGrp="1"/>
          </p:cNvSpPr>
          <p:nvPr>
            <p:ph type="ftr" sz="quarter" idx="3"/>
          </p:nvPr>
        </p:nvSpPr>
        <p:spPr>
          <a:xfrm>
            <a:off x="1600200" y="6236208"/>
            <a:ext cx="5901189" cy="320040"/>
          </a:xfrm>
          <a:prstGeom prst="rect">
            <a:avLst/>
          </a:prstGeom>
        </p:spPr>
        <p:txBody>
          <a:bodyPr vert="horz" lIns="91440" tIns="45720" rIns="91440" bIns="45720" rtlCol="0" anchor="ctr"/>
          <a:lstStyle>
            <a:lvl1pPr algn="l">
              <a:defRPr sz="1050">
                <a:solidFill>
                  <a:schemeClr val="tx1">
                    <a:alpha val="70000"/>
                  </a:schemeClr>
                </a:solidFill>
              </a:defRPr>
            </a:lvl1pPr>
          </a:lstStyle>
          <a:p>
            <a:endParaRPr lang="en-US" dirty="0"/>
          </a:p>
        </p:txBody>
      </p:sp>
      <p:sp>
        <p:nvSpPr>
          <p:cNvPr id="6" name="Slide Number Placeholder 5"/>
          <p:cNvSpPr>
            <a:spLocks noGrp="1"/>
          </p:cNvSpPr>
          <p:nvPr>
            <p:ph type="sldNum" sz="quarter" idx="4"/>
          </p:nvPr>
        </p:nvSpPr>
        <p:spPr>
          <a:xfrm>
            <a:off x="10758922" y="6217920"/>
            <a:ext cx="365760" cy="365760"/>
          </a:xfrm>
          <a:prstGeom prst="ellipse">
            <a:avLst/>
          </a:prstGeom>
          <a:solidFill>
            <a:srgbClr val="1D1D1D">
              <a:alpha val="69804"/>
            </a:srgbClr>
          </a:solidFill>
        </p:spPr>
        <p:txBody>
          <a:bodyPr vert="horz" lIns="18288" tIns="45720" rIns="18288" bIns="45720" rtlCol="0" anchor="ctr">
            <a:noAutofit/>
          </a:bodyPr>
          <a:lstStyle>
            <a:lvl1pPr algn="ctr">
              <a:defRPr sz="1100" spc="0" baseline="0">
                <a:solidFill>
                  <a:srgbClr val="FFFFFF"/>
                </a:solidFill>
              </a:defRPr>
            </a:lvl1pPr>
          </a:lstStyle>
          <a:p>
            <a:fld id="{48F63A3B-78C7-47BE-AE5E-E10140E04643}" type="slidenum">
              <a:rPr lang="en-US" smtClean="0"/>
              <a:t>‹#›</a:t>
            </a:fld>
            <a:endParaRPr lang="en-US" dirty="0"/>
          </a:p>
        </p:txBody>
      </p:sp>
    </p:spTree>
    <p:extLst>
      <p:ext uri="{BB962C8B-B14F-4D97-AF65-F5344CB8AC3E}">
        <p14:creationId xmlns:p14="http://schemas.microsoft.com/office/powerpoint/2010/main" val="626445625"/>
      </p:ext>
    </p:extLst>
  </p:cSld>
  <p:clrMap bg1="dk1" tx1="lt1" bg2="dk2" tx2="lt2" accent1="accent1" accent2="accent2" accent3="accent3" accent4="accent4" accent5="accent5" accent6="accent6" hlink="hlink" folHlink="folHlink"/>
  <p:sldLayoutIdLst>
    <p:sldLayoutId id="2147483715" r:id="rId1"/>
    <p:sldLayoutId id="2147483716" r:id="rId2"/>
    <p:sldLayoutId id="2147483717" r:id="rId3"/>
    <p:sldLayoutId id="2147483718" r:id="rId4"/>
    <p:sldLayoutId id="2147483719" r:id="rId5"/>
    <p:sldLayoutId id="2147483720" r:id="rId6"/>
    <p:sldLayoutId id="2147483721" r:id="rId7"/>
    <p:sldLayoutId id="2147483722" r:id="rId8"/>
    <p:sldLayoutId id="2147483723" r:id="rId9"/>
    <p:sldLayoutId id="2147483724" r:id="rId10"/>
    <p:sldLayoutId id="2147483725" r:id="rId11"/>
    <p:sldLayoutId id="2147483726" r:id="rId12"/>
  </p:sldLayoutIdLst>
  <p:txStyles>
    <p:titleStyle>
      <a:lvl1pPr algn="ctr" defTabSz="914400" rtl="0" eaLnBrk="1" latinLnBrk="0" hangingPunct="1">
        <a:lnSpc>
          <a:spcPct val="90000"/>
        </a:lnSpc>
        <a:spcBef>
          <a:spcPct val="0"/>
        </a:spcBef>
        <a:buNone/>
        <a:defRPr sz="2800" kern="1200" cap="all" spc="200" baseline="0">
          <a:solidFill>
            <a:schemeClr val="tx1">
              <a:lumMod val="85000"/>
              <a:lumOff val="15000"/>
            </a:schemeClr>
          </a:solidFill>
          <a:latin typeface="+mj-lt"/>
          <a:ea typeface="+mj-ea"/>
          <a:cs typeface="+mj-cs"/>
        </a:defRPr>
      </a:lvl1pPr>
    </p:titleStyle>
    <p:bodyStyle>
      <a:lvl1pPr marL="228600" indent="-228600" algn="l" defTabSz="914400" rtl="0" eaLnBrk="1" latinLnBrk="0" hangingPunct="1">
        <a:lnSpc>
          <a:spcPct val="100000"/>
        </a:lnSpc>
        <a:spcBef>
          <a:spcPts val="1000"/>
        </a:spcBef>
        <a:buClr>
          <a:schemeClr val="accent2"/>
        </a:buClr>
        <a:buFont typeface="Arial" panose="020B0604020202020204" pitchFamily="34" charset="0"/>
        <a:buChar char="•"/>
        <a:defRPr sz="1800" kern="1200">
          <a:solidFill>
            <a:schemeClr val="tx1">
              <a:lumMod val="85000"/>
              <a:lumOff val="15000"/>
            </a:schemeClr>
          </a:solidFill>
          <a:latin typeface="+mn-lt"/>
          <a:ea typeface="+mn-ea"/>
          <a:cs typeface="+mn-cs"/>
        </a:defRPr>
      </a:lvl1pPr>
      <a:lvl2pPr marL="4572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lumMod val="85000"/>
              <a:lumOff val="15000"/>
            </a:schemeClr>
          </a:solidFill>
          <a:latin typeface="+mn-lt"/>
          <a:ea typeface="+mn-ea"/>
          <a:cs typeface="+mn-cs"/>
        </a:defRPr>
      </a:lvl2pPr>
      <a:lvl3pPr marL="6858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lumMod val="85000"/>
              <a:lumOff val="15000"/>
            </a:schemeClr>
          </a:solidFill>
          <a:latin typeface="+mn-lt"/>
          <a:ea typeface="+mn-ea"/>
          <a:cs typeface="+mn-cs"/>
        </a:defRPr>
      </a:lvl3pPr>
      <a:lvl4pPr marL="9144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lumMod val="85000"/>
              <a:lumOff val="15000"/>
            </a:schemeClr>
          </a:solidFill>
          <a:latin typeface="+mn-lt"/>
          <a:ea typeface="+mn-ea"/>
          <a:cs typeface="+mn-cs"/>
        </a:defRPr>
      </a:lvl4pPr>
      <a:lvl5pPr marL="11430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lumMod val="85000"/>
              <a:lumOff val="15000"/>
            </a:schemeClr>
          </a:solidFill>
          <a:latin typeface="+mn-lt"/>
          <a:ea typeface="+mn-ea"/>
          <a:cs typeface="+mn-cs"/>
        </a:defRPr>
      </a:lvl5pPr>
      <a:lvl6pPr marL="1312863"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solidFill>
          <a:latin typeface="+mn-lt"/>
          <a:ea typeface="+mn-ea"/>
          <a:cs typeface="+mn-cs"/>
        </a:defRPr>
      </a:lvl6pPr>
      <a:lvl7pPr marL="1484313"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solidFill>
          <a:latin typeface="+mn-lt"/>
          <a:ea typeface="+mn-ea"/>
          <a:cs typeface="+mn-cs"/>
        </a:defRPr>
      </a:lvl7pPr>
      <a:lvl8pPr marL="165735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baseline="0">
          <a:solidFill>
            <a:schemeClr val="tx1"/>
          </a:solidFill>
          <a:latin typeface="+mn-lt"/>
          <a:ea typeface="+mn-ea"/>
          <a:cs typeface="+mn-cs"/>
        </a:defRPr>
      </a:lvl8pPr>
      <a:lvl9pPr marL="1882775"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baseline="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4.xml"/></Relationships>
</file>

<file path=ppt/slides/_rels/slide3.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4.xml"/></Relationships>
</file>

<file path=ppt/slides/_rels/slide4.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3.png"/><Relationship Id="rId1" Type="http://schemas.openxmlformats.org/officeDocument/2006/relationships/slideLayout" Target="../slideLayouts/slideLayout4.xml"/></Relationships>
</file>

<file path=ppt/slides/_rels/slide5.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5.png"/><Relationship Id="rId1" Type="http://schemas.openxmlformats.org/officeDocument/2006/relationships/slideLayout" Target="../slideLayouts/slideLayout4.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tx2">
            <a:lumMod val="50000"/>
          </a:schemeClr>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193D5CC-2FCA-6593-9BCE-672700C84C63}"/>
              </a:ext>
            </a:extLst>
          </p:cNvPr>
          <p:cNvSpPr>
            <a:spLocks noGrp="1"/>
          </p:cNvSpPr>
          <p:nvPr>
            <p:ph type="ctrTitle"/>
          </p:nvPr>
        </p:nvSpPr>
        <p:spPr>
          <a:xfrm>
            <a:off x="1803400" y="2396904"/>
            <a:ext cx="8991600" cy="1645920"/>
          </a:xfrm>
        </p:spPr>
        <p:txBody>
          <a:bodyPr/>
          <a:lstStyle/>
          <a:p>
            <a:r>
              <a:rPr lang="en-US" dirty="0"/>
              <a:t>Data Presentation</a:t>
            </a:r>
            <a:endParaRPr lang="nb-NO" dirty="0"/>
          </a:p>
        </p:txBody>
      </p:sp>
      <p:sp>
        <p:nvSpPr>
          <p:cNvPr id="3" name="Subtitle 2">
            <a:extLst>
              <a:ext uri="{FF2B5EF4-FFF2-40B4-BE49-F238E27FC236}">
                <a16:creationId xmlns:a16="http://schemas.microsoft.com/office/drawing/2014/main" id="{F3978D01-91D1-9F24-CCFC-EB29E23342F8}"/>
              </a:ext>
            </a:extLst>
          </p:cNvPr>
          <p:cNvSpPr>
            <a:spLocks noGrp="1"/>
          </p:cNvSpPr>
          <p:nvPr>
            <p:ph type="subTitle" idx="1"/>
          </p:nvPr>
        </p:nvSpPr>
        <p:spPr>
          <a:xfrm>
            <a:off x="2709037" y="4352544"/>
            <a:ext cx="7180326" cy="981456"/>
          </a:xfrm>
        </p:spPr>
        <p:txBody>
          <a:bodyPr>
            <a:normAutofit/>
          </a:bodyPr>
          <a:lstStyle/>
          <a:p>
            <a:r>
              <a:rPr lang="en-US" sz="2800" dirty="0"/>
              <a:t>Marketing Analytics Project</a:t>
            </a:r>
            <a:endParaRPr lang="nb-NO" sz="2800" dirty="0"/>
          </a:p>
        </p:txBody>
      </p:sp>
    </p:spTree>
    <p:extLst>
      <p:ext uri="{BB962C8B-B14F-4D97-AF65-F5344CB8AC3E}">
        <p14:creationId xmlns:p14="http://schemas.microsoft.com/office/powerpoint/2010/main" val="542270636"/>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E14306C0-546A-60F1-F05E-BED638FBB9EB}"/>
              </a:ext>
            </a:extLst>
          </p:cNvPr>
          <p:cNvSpPr>
            <a:spLocks noGrp="1"/>
          </p:cNvSpPr>
          <p:nvPr>
            <p:ph type="title"/>
          </p:nvPr>
        </p:nvSpPr>
        <p:spPr>
          <a:xfrm>
            <a:off x="2231136" y="261600"/>
            <a:ext cx="7695184" cy="1008400"/>
          </a:xfrm>
        </p:spPr>
        <p:txBody>
          <a:bodyPr/>
          <a:lstStyle/>
          <a:p>
            <a:r>
              <a:rPr lang="nb-NO" dirty="0" err="1">
                <a:latin typeface="Times New Roman" panose="02020603050405020304" pitchFamily="18" charset="0"/>
                <a:cs typeface="Times New Roman" panose="02020603050405020304" pitchFamily="18" charset="0"/>
              </a:rPr>
              <a:t>Overview</a:t>
            </a:r>
            <a:endParaRPr lang="nb-NO" dirty="0">
              <a:latin typeface="Times New Roman" panose="02020603050405020304" pitchFamily="18" charset="0"/>
              <a:cs typeface="Times New Roman" panose="02020603050405020304" pitchFamily="18" charset="0"/>
            </a:endParaRPr>
          </a:p>
        </p:txBody>
      </p:sp>
      <p:sp>
        <p:nvSpPr>
          <p:cNvPr id="6" name="Content Placeholder 5">
            <a:extLst>
              <a:ext uri="{FF2B5EF4-FFF2-40B4-BE49-F238E27FC236}">
                <a16:creationId xmlns:a16="http://schemas.microsoft.com/office/drawing/2014/main" id="{63336F16-91A5-5CAF-84F3-64F6D6DE9D0D}"/>
              </a:ext>
            </a:extLst>
          </p:cNvPr>
          <p:cNvSpPr>
            <a:spLocks noGrp="1"/>
          </p:cNvSpPr>
          <p:nvPr>
            <p:ph sz="half" idx="1"/>
          </p:nvPr>
        </p:nvSpPr>
        <p:spPr>
          <a:xfrm>
            <a:off x="326385" y="1534159"/>
            <a:ext cx="4220175" cy="4714241"/>
          </a:xfrm>
        </p:spPr>
        <p:txBody>
          <a:bodyPr>
            <a:noAutofit/>
          </a:bodyPr>
          <a:lstStyle/>
          <a:p>
            <a:pPr algn="just">
              <a:lnSpc>
                <a:spcPct val="150000"/>
              </a:lnSpc>
            </a:pPr>
            <a:r>
              <a:rPr lang="en-US" sz="1150" b="1" dirty="0">
                <a:latin typeface="Times New Roman" panose="02020603050405020304" pitchFamily="18" charset="0"/>
                <a:cs typeface="Times New Roman" panose="02020603050405020304" pitchFamily="18" charset="0"/>
              </a:rPr>
              <a:t>Decreased Conversion Rates: </a:t>
            </a:r>
            <a:r>
              <a:rPr lang="en-US" sz="1150" dirty="0">
                <a:latin typeface="Times New Roman" panose="02020603050405020304" pitchFamily="18" charset="0"/>
                <a:cs typeface="Times New Roman" panose="02020603050405020304" pitchFamily="18" charset="0"/>
              </a:rPr>
              <a:t>The conversion rate demonstrated a strong rebound in December, reaching 10.34%, despite a notable dip to 5.08% in October.</a:t>
            </a:r>
          </a:p>
          <a:p>
            <a:pPr algn="just">
              <a:lnSpc>
                <a:spcPct val="150000"/>
              </a:lnSpc>
            </a:pPr>
            <a:r>
              <a:rPr lang="en-US" sz="1150" b="1" dirty="0">
                <a:latin typeface="Times New Roman" panose="02020603050405020304" pitchFamily="18" charset="0"/>
                <a:cs typeface="Times New Roman" panose="02020603050405020304" pitchFamily="18" charset="0"/>
              </a:rPr>
              <a:t>Reduced Customer Engagement:</a:t>
            </a:r>
          </a:p>
          <a:p>
            <a:pPr lvl="1" algn="just">
              <a:lnSpc>
                <a:spcPct val="150000"/>
              </a:lnSpc>
            </a:pPr>
            <a:r>
              <a:rPr lang="en-US" sz="1150" dirty="0">
                <a:latin typeface="Times New Roman" panose="02020603050405020304" pitchFamily="18" charset="0"/>
                <a:cs typeface="Times New Roman" panose="02020603050405020304" pitchFamily="18" charset="0"/>
              </a:rPr>
              <a:t>There is a decline in overall social media engagement, with views dropping throughout the year.</a:t>
            </a:r>
          </a:p>
          <a:p>
            <a:pPr lvl="1" algn="just">
              <a:lnSpc>
                <a:spcPct val="150000"/>
              </a:lnSpc>
            </a:pPr>
            <a:r>
              <a:rPr lang="en-US" sz="1150" dirty="0">
                <a:latin typeface="Times New Roman" panose="02020603050405020304" pitchFamily="18" charset="0"/>
                <a:cs typeface="Times New Roman" panose="02020603050405020304" pitchFamily="18" charset="0"/>
              </a:rPr>
              <a:t>While clicks and likes are low compared to views, the click-through rate stands at 15.37%, meaning that engaged users are still interacting effectively.</a:t>
            </a:r>
          </a:p>
          <a:p>
            <a:pPr algn="just">
              <a:lnSpc>
                <a:spcPct val="150000"/>
              </a:lnSpc>
            </a:pPr>
            <a:r>
              <a:rPr lang="en-US" sz="1150" b="1" dirty="0">
                <a:latin typeface="Times New Roman" panose="02020603050405020304" pitchFamily="18" charset="0"/>
                <a:cs typeface="Times New Roman" panose="02020603050405020304" pitchFamily="18" charset="0"/>
              </a:rPr>
              <a:t>Customer Feedback Analysis:</a:t>
            </a:r>
          </a:p>
          <a:p>
            <a:pPr lvl="1" algn="just">
              <a:lnSpc>
                <a:spcPct val="150000"/>
              </a:lnSpc>
            </a:pPr>
            <a:r>
              <a:rPr lang="en-US" sz="1150" dirty="0">
                <a:latin typeface="Times New Roman" panose="02020603050405020304" pitchFamily="18" charset="0"/>
                <a:cs typeface="Times New Roman" panose="02020603050405020304" pitchFamily="18" charset="0"/>
              </a:rPr>
              <a:t>Customer ratings have remained consistent, averaging around 3.7 throughout the year.</a:t>
            </a:r>
          </a:p>
          <a:p>
            <a:pPr lvl="1" algn="just">
              <a:lnSpc>
                <a:spcPct val="150000"/>
              </a:lnSpc>
            </a:pPr>
            <a:r>
              <a:rPr lang="en-US" sz="1150" dirty="0">
                <a:latin typeface="Times New Roman" panose="02020603050405020304" pitchFamily="18" charset="0"/>
                <a:cs typeface="Times New Roman" panose="02020603050405020304" pitchFamily="18" charset="0"/>
              </a:rPr>
              <a:t>Although stable, the average rating is below the target of 4.0, suggesting a need for focused improvements in customer satisfaction, for products below 3.5.</a:t>
            </a:r>
            <a:endParaRPr lang="nb-NO" sz="1150" dirty="0">
              <a:latin typeface="Times New Roman" panose="02020603050405020304" pitchFamily="18" charset="0"/>
              <a:cs typeface="Times New Roman" panose="02020603050405020304" pitchFamily="18" charset="0"/>
            </a:endParaRPr>
          </a:p>
        </p:txBody>
      </p:sp>
      <p:pic>
        <p:nvPicPr>
          <p:cNvPr id="22" name="Picture 21">
            <a:extLst>
              <a:ext uri="{FF2B5EF4-FFF2-40B4-BE49-F238E27FC236}">
                <a16:creationId xmlns:a16="http://schemas.microsoft.com/office/drawing/2014/main" id="{384BF740-5619-4F55-9A3F-A093E01832F1}"/>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4614819" y="1534160"/>
            <a:ext cx="7383760" cy="4848712"/>
          </a:xfrm>
          <a:prstGeom prst="rect">
            <a:avLst/>
          </a:prstGeom>
        </p:spPr>
      </p:pic>
      <p:cxnSp>
        <p:nvCxnSpPr>
          <p:cNvPr id="23" name="Straight Arrow Connector 22">
            <a:extLst>
              <a:ext uri="{FF2B5EF4-FFF2-40B4-BE49-F238E27FC236}">
                <a16:creationId xmlns:a16="http://schemas.microsoft.com/office/drawing/2014/main" id="{644DB4A9-ED18-4D84-8AB7-E8DA58B638B4}"/>
              </a:ext>
            </a:extLst>
          </p:cNvPr>
          <p:cNvCxnSpPr>
            <a:cxnSpLocks/>
          </p:cNvCxnSpPr>
          <p:nvPr/>
        </p:nvCxnSpPr>
        <p:spPr>
          <a:xfrm>
            <a:off x="10736579" y="3655069"/>
            <a:ext cx="1129035" cy="231178"/>
          </a:xfrm>
          <a:prstGeom prst="straightConnector1">
            <a:avLst/>
          </a:prstGeom>
          <a:ln w="57150" cap="flat" cmpd="sng" algn="ctr">
            <a:solidFill>
              <a:srgbClr val="FF0000"/>
            </a:solidFill>
            <a:prstDash val="solid"/>
            <a:round/>
            <a:headEnd type="none" w="med" len="med"/>
            <a:tailEnd type="arrow" w="med" len="med"/>
          </a:ln>
        </p:spPr>
        <p:style>
          <a:lnRef idx="0">
            <a:scrgbClr r="0" g="0" b="0"/>
          </a:lnRef>
          <a:fillRef idx="0">
            <a:scrgbClr r="0" g="0" b="0"/>
          </a:fillRef>
          <a:effectRef idx="0">
            <a:scrgbClr r="0" g="0" b="0"/>
          </a:effectRef>
          <a:fontRef idx="minor">
            <a:schemeClr val="tx1"/>
          </a:fontRef>
        </p:style>
      </p:cxnSp>
      <p:sp>
        <p:nvSpPr>
          <p:cNvPr id="24" name="Oval 23">
            <a:extLst>
              <a:ext uri="{FF2B5EF4-FFF2-40B4-BE49-F238E27FC236}">
                <a16:creationId xmlns:a16="http://schemas.microsoft.com/office/drawing/2014/main" id="{6440FF12-C14B-4AA1-A21E-A09DE47104A3}"/>
              </a:ext>
            </a:extLst>
          </p:cNvPr>
          <p:cNvSpPr/>
          <p:nvPr/>
        </p:nvSpPr>
        <p:spPr>
          <a:xfrm>
            <a:off x="8550273" y="2025678"/>
            <a:ext cx="1173480" cy="1127760"/>
          </a:xfrm>
          <a:prstGeom prst="ellipse">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nb-NO"/>
          </a:p>
        </p:txBody>
      </p:sp>
      <p:sp>
        <p:nvSpPr>
          <p:cNvPr id="25" name="Rectangle 24">
            <a:extLst>
              <a:ext uri="{FF2B5EF4-FFF2-40B4-BE49-F238E27FC236}">
                <a16:creationId xmlns:a16="http://schemas.microsoft.com/office/drawing/2014/main" id="{2BC0500D-74A0-4AEC-8610-C9967E374339}"/>
              </a:ext>
            </a:extLst>
          </p:cNvPr>
          <p:cNvSpPr/>
          <p:nvPr/>
        </p:nvSpPr>
        <p:spPr>
          <a:xfrm>
            <a:off x="7901940" y="5335248"/>
            <a:ext cx="1440180" cy="913152"/>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nb-NO"/>
          </a:p>
        </p:txBody>
      </p:sp>
      <p:sp>
        <p:nvSpPr>
          <p:cNvPr id="27" name="Rectangle 26">
            <a:extLst>
              <a:ext uri="{FF2B5EF4-FFF2-40B4-BE49-F238E27FC236}">
                <a16:creationId xmlns:a16="http://schemas.microsoft.com/office/drawing/2014/main" id="{174DE34B-E58B-448C-B49B-314AFB196C56}"/>
              </a:ext>
            </a:extLst>
          </p:cNvPr>
          <p:cNvSpPr/>
          <p:nvPr/>
        </p:nvSpPr>
        <p:spPr>
          <a:xfrm>
            <a:off x="7945388" y="3583127"/>
            <a:ext cx="1353283" cy="841714"/>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nb-NO"/>
          </a:p>
        </p:txBody>
      </p:sp>
    </p:spTree>
    <p:extLst>
      <p:ext uri="{BB962C8B-B14F-4D97-AF65-F5344CB8AC3E}">
        <p14:creationId xmlns:p14="http://schemas.microsoft.com/office/powerpoint/2010/main" val="2515083719"/>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FE24B03-AA3A-063B-47A9-E6D9E66527A3}"/>
              </a:ext>
            </a:extLst>
          </p:cNvPr>
          <p:cNvSpPr>
            <a:spLocks noGrp="1"/>
          </p:cNvSpPr>
          <p:nvPr>
            <p:ph type="title"/>
          </p:nvPr>
        </p:nvSpPr>
        <p:spPr>
          <a:xfrm>
            <a:off x="2231136" y="541594"/>
            <a:ext cx="7729728" cy="837626"/>
          </a:xfrm>
        </p:spPr>
        <p:txBody>
          <a:bodyPr/>
          <a:lstStyle/>
          <a:p>
            <a:r>
              <a:rPr lang="nb-NO" dirty="0" err="1">
                <a:latin typeface="Times New Roman" panose="02020603050405020304" pitchFamily="18" charset="0"/>
                <a:cs typeface="Times New Roman" panose="02020603050405020304" pitchFamily="18" charset="0"/>
              </a:rPr>
              <a:t>Decreased</a:t>
            </a:r>
            <a:r>
              <a:rPr lang="nb-NO" dirty="0">
                <a:latin typeface="Times New Roman" panose="02020603050405020304" pitchFamily="18" charset="0"/>
                <a:cs typeface="Times New Roman" panose="02020603050405020304" pitchFamily="18" charset="0"/>
              </a:rPr>
              <a:t> Conversion Rates</a:t>
            </a:r>
          </a:p>
        </p:txBody>
      </p:sp>
      <p:sp>
        <p:nvSpPr>
          <p:cNvPr id="3" name="Content Placeholder 2">
            <a:extLst>
              <a:ext uri="{FF2B5EF4-FFF2-40B4-BE49-F238E27FC236}">
                <a16:creationId xmlns:a16="http://schemas.microsoft.com/office/drawing/2014/main" id="{4F670CE0-1CA8-715A-00A3-F38DAB303988}"/>
              </a:ext>
            </a:extLst>
          </p:cNvPr>
          <p:cNvSpPr>
            <a:spLocks noGrp="1"/>
          </p:cNvSpPr>
          <p:nvPr>
            <p:ph sz="half" idx="1"/>
          </p:nvPr>
        </p:nvSpPr>
        <p:spPr>
          <a:xfrm>
            <a:off x="651398" y="1423856"/>
            <a:ext cx="5740437" cy="4708003"/>
          </a:xfrm>
        </p:spPr>
        <p:txBody>
          <a:bodyPr>
            <a:noAutofit/>
          </a:bodyPr>
          <a:lstStyle/>
          <a:p>
            <a:pPr algn="just">
              <a:lnSpc>
                <a:spcPct val="170000"/>
              </a:lnSpc>
            </a:pPr>
            <a:r>
              <a:rPr lang="en-US" sz="1200" b="1" dirty="0">
                <a:latin typeface="Times New Roman" panose="02020603050405020304" pitchFamily="18" charset="0"/>
                <a:cs typeface="Times New Roman" panose="02020603050405020304" pitchFamily="18" charset="0"/>
              </a:rPr>
              <a:t>General Conversion Trend:</a:t>
            </a:r>
          </a:p>
          <a:p>
            <a:pPr lvl="1" algn="just">
              <a:lnSpc>
                <a:spcPct val="170000"/>
              </a:lnSpc>
            </a:pPr>
            <a:r>
              <a:rPr lang="en-US" sz="1200" dirty="0">
                <a:latin typeface="Times New Roman" panose="02020603050405020304" pitchFamily="18" charset="0"/>
                <a:cs typeface="Times New Roman" panose="02020603050405020304" pitchFamily="18" charset="0"/>
              </a:rPr>
              <a:t>Throughout the year, conversion rates varied, with higher numbers of products converting successfully in months like July and September. This suggests that while some products had strong seasonal peaks, there is potential to improve conversions in lower-performing months through targeted interventions.</a:t>
            </a:r>
          </a:p>
          <a:p>
            <a:pPr algn="just">
              <a:lnSpc>
                <a:spcPct val="170000"/>
              </a:lnSpc>
            </a:pPr>
            <a:r>
              <a:rPr lang="en-US" sz="1200" b="1" dirty="0">
                <a:latin typeface="Times New Roman" panose="02020603050405020304" pitchFamily="18" charset="0"/>
                <a:cs typeface="Times New Roman" panose="02020603050405020304" pitchFamily="18" charset="0"/>
              </a:rPr>
              <a:t>Lowest Conversion Month:</a:t>
            </a:r>
          </a:p>
          <a:p>
            <a:pPr lvl="1" algn="just">
              <a:lnSpc>
                <a:spcPct val="170000"/>
              </a:lnSpc>
            </a:pPr>
            <a:r>
              <a:rPr lang="en-US" sz="1200" dirty="0">
                <a:latin typeface="Times New Roman" panose="02020603050405020304" pitchFamily="18" charset="0"/>
                <a:cs typeface="Times New Roman" panose="02020603050405020304" pitchFamily="18" charset="0"/>
              </a:rPr>
              <a:t>May experienced the lowest overall conversion rate at 4.5%, with no products standing out significantly in terms of conversion. This indicates a potential need to revisit marketing strategies or promotions during this period to boost performance.</a:t>
            </a:r>
          </a:p>
          <a:p>
            <a:pPr algn="just">
              <a:lnSpc>
                <a:spcPct val="170000"/>
              </a:lnSpc>
            </a:pPr>
            <a:r>
              <a:rPr lang="en-US" sz="1200" b="1" dirty="0">
                <a:latin typeface="Times New Roman" panose="02020603050405020304" pitchFamily="18" charset="0"/>
                <a:cs typeface="Times New Roman" panose="02020603050405020304" pitchFamily="18" charset="0"/>
              </a:rPr>
              <a:t>Highest Conversion Rates:</a:t>
            </a:r>
          </a:p>
          <a:p>
            <a:pPr lvl="1" algn="just">
              <a:lnSpc>
                <a:spcPct val="170000"/>
              </a:lnSpc>
            </a:pPr>
            <a:r>
              <a:rPr lang="en-US" sz="1200" dirty="0">
                <a:latin typeface="Times New Roman" panose="02020603050405020304" pitchFamily="18" charset="0"/>
                <a:cs typeface="Times New Roman" panose="02020603050405020304" pitchFamily="18" charset="0"/>
              </a:rPr>
              <a:t>January recorded the highest overall conversion rate at 19.6%, driven significantly by the Ski Boots with a remarkable 150% conversion. This indicates a strong start to the year, likely fueled by seasonal demand and effective marketing strategies.</a:t>
            </a:r>
          </a:p>
        </p:txBody>
      </p:sp>
      <p:pic>
        <p:nvPicPr>
          <p:cNvPr id="4" name="Picture 3">
            <a:extLst>
              <a:ext uri="{FF2B5EF4-FFF2-40B4-BE49-F238E27FC236}">
                <a16:creationId xmlns:a16="http://schemas.microsoft.com/office/drawing/2014/main" id="{A0933BCA-C227-4A3B-A8C1-87F3BAC96B4F}"/>
              </a:ext>
            </a:extLst>
          </p:cNvPr>
          <p:cNvPicPr>
            <a:picLocks noChangeAspect="1"/>
          </p:cNvPicPr>
          <p:nvPr/>
        </p:nvPicPr>
        <p:blipFill>
          <a:blip r:embed="rId2"/>
          <a:stretch>
            <a:fillRect/>
          </a:stretch>
        </p:blipFill>
        <p:spPr>
          <a:xfrm>
            <a:off x="6578487" y="2181281"/>
            <a:ext cx="5528287" cy="3770893"/>
          </a:xfrm>
          <a:prstGeom prst="rect">
            <a:avLst/>
          </a:prstGeom>
        </p:spPr>
      </p:pic>
      <p:sp>
        <p:nvSpPr>
          <p:cNvPr id="8" name="Rectangle 7">
            <a:extLst>
              <a:ext uri="{FF2B5EF4-FFF2-40B4-BE49-F238E27FC236}">
                <a16:creationId xmlns:a16="http://schemas.microsoft.com/office/drawing/2014/main" id="{E0DB5BDC-FAEC-4FB1-968D-9DF6C6C0E3D4}"/>
              </a:ext>
            </a:extLst>
          </p:cNvPr>
          <p:cNvSpPr/>
          <p:nvPr/>
        </p:nvSpPr>
        <p:spPr>
          <a:xfrm>
            <a:off x="7333129" y="2181280"/>
            <a:ext cx="502023" cy="3770894"/>
          </a:xfrm>
          <a:prstGeom prst="rect">
            <a:avLst/>
          </a:prstGeom>
          <a:noFill/>
          <a:ln w="38100">
            <a:solidFill>
              <a:schemeClr val="accent6">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nb-NO"/>
          </a:p>
        </p:txBody>
      </p:sp>
      <p:sp>
        <p:nvSpPr>
          <p:cNvPr id="9" name="Rectangle 8">
            <a:extLst>
              <a:ext uri="{FF2B5EF4-FFF2-40B4-BE49-F238E27FC236}">
                <a16:creationId xmlns:a16="http://schemas.microsoft.com/office/drawing/2014/main" id="{437BC087-DCA4-413B-982D-88884FCF9B6A}"/>
              </a:ext>
            </a:extLst>
          </p:cNvPr>
          <p:cNvSpPr/>
          <p:nvPr/>
        </p:nvSpPr>
        <p:spPr>
          <a:xfrm>
            <a:off x="8830234" y="2181282"/>
            <a:ext cx="421341" cy="3770892"/>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nb-NO"/>
          </a:p>
        </p:txBody>
      </p:sp>
    </p:spTree>
    <p:extLst>
      <p:ext uri="{BB962C8B-B14F-4D97-AF65-F5344CB8AC3E}">
        <p14:creationId xmlns:p14="http://schemas.microsoft.com/office/powerpoint/2010/main" val="1244894969"/>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F441323-4EC6-EDBF-8B2F-91031692055C}"/>
              </a:ext>
            </a:extLst>
          </p:cNvPr>
          <p:cNvSpPr>
            <a:spLocks noGrp="1"/>
          </p:cNvSpPr>
          <p:nvPr>
            <p:ph type="title"/>
          </p:nvPr>
        </p:nvSpPr>
        <p:spPr>
          <a:xfrm>
            <a:off x="2209516" y="314007"/>
            <a:ext cx="7439634" cy="901576"/>
          </a:xfrm>
        </p:spPr>
        <p:txBody>
          <a:bodyPr>
            <a:normAutofit/>
          </a:bodyPr>
          <a:lstStyle/>
          <a:p>
            <a:r>
              <a:rPr lang="en-US" dirty="0">
                <a:latin typeface="Times New Roman" panose="02020603050405020304" pitchFamily="18" charset="0"/>
                <a:cs typeface="Times New Roman" panose="02020603050405020304" pitchFamily="18" charset="0"/>
              </a:rPr>
              <a:t>Reduced Customer Engagement</a:t>
            </a:r>
            <a:endParaRPr lang="nb-NO" dirty="0">
              <a:latin typeface="Times New Roman" panose="02020603050405020304" pitchFamily="18" charset="0"/>
              <a:cs typeface="Times New Roman" panose="02020603050405020304" pitchFamily="18" charset="0"/>
            </a:endParaRPr>
          </a:p>
        </p:txBody>
      </p:sp>
      <p:sp>
        <p:nvSpPr>
          <p:cNvPr id="3" name="Content Placeholder 2">
            <a:extLst>
              <a:ext uri="{FF2B5EF4-FFF2-40B4-BE49-F238E27FC236}">
                <a16:creationId xmlns:a16="http://schemas.microsoft.com/office/drawing/2014/main" id="{864EEEC7-BFE3-E8A1-062C-F7A682CE01AD}"/>
              </a:ext>
            </a:extLst>
          </p:cNvPr>
          <p:cNvSpPr>
            <a:spLocks noGrp="1"/>
          </p:cNvSpPr>
          <p:nvPr>
            <p:ph sz="half" idx="1"/>
          </p:nvPr>
        </p:nvSpPr>
        <p:spPr>
          <a:xfrm>
            <a:off x="690283" y="1646082"/>
            <a:ext cx="5871883" cy="4785360"/>
          </a:xfrm>
        </p:spPr>
        <p:txBody>
          <a:bodyPr>
            <a:normAutofit/>
          </a:bodyPr>
          <a:lstStyle/>
          <a:p>
            <a:pPr algn="just">
              <a:lnSpc>
                <a:spcPct val="170000"/>
              </a:lnSpc>
            </a:pPr>
            <a:r>
              <a:rPr lang="en-US" sz="1300" b="1" dirty="0">
                <a:latin typeface="Times New Roman" panose="02020603050405020304" pitchFamily="18" charset="0"/>
                <a:cs typeface="Times New Roman" panose="02020603050405020304" pitchFamily="18" charset="0"/>
              </a:rPr>
              <a:t>Declining Views:</a:t>
            </a:r>
          </a:p>
          <a:p>
            <a:pPr lvl="1" algn="just">
              <a:lnSpc>
                <a:spcPct val="170000"/>
              </a:lnSpc>
            </a:pPr>
            <a:r>
              <a:rPr lang="en-US" sz="1300" dirty="0">
                <a:latin typeface="Times New Roman" panose="02020603050405020304" pitchFamily="18" charset="0"/>
                <a:cs typeface="Times New Roman" panose="02020603050405020304" pitchFamily="18" charset="0"/>
              </a:rPr>
              <a:t>Views peaked in February and May but declined from August and on, indicating reduced audience engagement in the later half of the year.</a:t>
            </a:r>
          </a:p>
          <a:p>
            <a:pPr algn="just">
              <a:lnSpc>
                <a:spcPct val="170000"/>
              </a:lnSpc>
            </a:pPr>
            <a:r>
              <a:rPr lang="en-US" sz="1300" b="1" dirty="0">
                <a:latin typeface="Times New Roman" panose="02020603050405020304" pitchFamily="18" charset="0"/>
                <a:cs typeface="Times New Roman" panose="02020603050405020304" pitchFamily="18" charset="0"/>
              </a:rPr>
              <a:t>Low Interaction Rates:</a:t>
            </a:r>
          </a:p>
          <a:p>
            <a:pPr lvl="1" algn="just">
              <a:lnSpc>
                <a:spcPct val="170000"/>
              </a:lnSpc>
            </a:pPr>
            <a:r>
              <a:rPr lang="en-US" sz="1300" dirty="0">
                <a:latin typeface="Times New Roman" panose="02020603050405020304" pitchFamily="18" charset="0"/>
                <a:cs typeface="Times New Roman" panose="02020603050405020304" pitchFamily="18" charset="0"/>
              </a:rPr>
              <a:t>Clicks and likes remained consistently low compared to views, suggesting the need for more engaging content or stronger calls to action.</a:t>
            </a:r>
          </a:p>
          <a:p>
            <a:pPr algn="just">
              <a:lnSpc>
                <a:spcPct val="170000"/>
              </a:lnSpc>
            </a:pPr>
            <a:r>
              <a:rPr lang="en-US" sz="1300" b="1" dirty="0">
                <a:latin typeface="Times New Roman" panose="02020603050405020304" pitchFamily="18" charset="0"/>
                <a:cs typeface="Times New Roman" panose="02020603050405020304" pitchFamily="18" charset="0"/>
              </a:rPr>
              <a:t>Content Type Performance:</a:t>
            </a:r>
          </a:p>
          <a:p>
            <a:pPr lvl="1" algn="just">
              <a:lnSpc>
                <a:spcPct val="170000"/>
              </a:lnSpc>
            </a:pPr>
            <a:r>
              <a:rPr lang="en-US" sz="1300" dirty="0">
                <a:latin typeface="Times New Roman" panose="02020603050405020304" pitchFamily="18" charset="0"/>
                <a:cs typeface="Times New Roman" panose="02020603050405020304" pitchFamily="18" charset="0"/>
              </a:rPr>
              <a:t>Blog content drove the most views, especially in March and May, while social media and video content maintained steady but slightly lower engagement.</a:t>
            </a:r>
            <a:endParaRPr lang="nb-NO" sz="1300" dirty="0">
              <a:latin typeface="Times New Roman" panose="02020603050405020304" pitchFamily="18" charset="0"/>
              <a:cs typeface="Times New Roman" panose="02020603050405020304" pitchFamily="18" charset="0"/>
            </a:endParaRPr>
          </a:p>
        </p:txBody>
      </p:sp>
      <p:pic>
        <p:nvPicPr>
          <p:cNvPr id="5" name="Picture 4">
            <a:extLst>
              <a:ext uri="{FF2B5EF4-FFF2-40B4-BE49-F238E27FC236}">
                <a16:creationId xmlns:a16="http://schemas.microsoft.com/office/drawing/2014/main" id="{D94CEFE3-394A-4870-B4B3-289F7D758496}"/>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6740384" y="1646082"/>
            <a:ext cx="4196272" cy="2276793"/>
          </a:xfrm>
          <a:prstGeom prst="rect">
            <a:avLst/>
          </a:prstGeom>
        </p:spPr>
      </p:pic>
      <p:cxnSp>
        <p:nvCxnSpPr>
          <p:cNvPr id="10" name="Straight Arrow Connector 9">
            <a:extLst>
              <a:ext uri="{FF2B5EF4-FFF2-40B4-BE49-F238E27FC236}">
                <a16:creationId xmlns:a16="http://schemas.microsoft.com/office/drawing/2014/main" id="{F085CB60-E5AF-4118-91C1-E1A96A1F089D}"/>
              </a:ext>
            </a:extLst>
          </p:cNvPr>
          <p:cNvCxnSpPr>
            <a:cxnSpLocks/>
          </p:cNvCxnSpPr>
          <p:nvPr/>
        </p:nvCxnSpPr>
        <p:spPr>
          <a:xfrm>
            <a:off x="8823408" y="2213467"/>
            <a:ext cx="1651484" cy="377333"/>
          </a:xfrm>
          <a:prstGeom prst="straightConnector1">
            <a:avLst/>
          </a:prstGeom>
          <a:ln w="57150" cap="flat" cmpd="sng" algn="ctr">
            <a:solidFill>
              <a:srgbClr val="FF0000"/>
            </a:solidFill>
            <a:prstDash val="solid"/>
            <a:round/>
            <a:headEnd type="none" w="med" len="med"/>
            <a:tailEnd type="arrow" w="med" len="med"/>
          </a:ln>
        </p:spPr>
        <p:style>
          <a:lnRef idx="0">
            <a:scrgbClr r="0" g="0" b="0"/>
          </a:lnRef>
          <a:fillRef idx="0">
            <a:scrgbClr r="0" g="0" b="0"/>
          </a:fillRef>
          <a:effectRef idx="0">
            <a:scrgbClr r="0" g="0" b="0"/>
          </a:effectRef>
          <a:fontRef idx="minor">
            <a:schemeClr val="tx1"/>
          </a:fontRef>
        </p:style>
      </p:cxnSp>
      <p:pic>
        <p:nvPicPr>
          <p:cNvPr id="11" name="Picture 10">
            <a:extLst>
              <a:ext uri="{FF2B5EF4-FFF2-40B4-BE49-F238E27FC236}">
                <a16:creationId xmlns:a16="http://schemas.microsoft.com/office/drawing/2014/main" id="{43AA2989-055D-437D-A08A-89E6DFEA44B8}"/>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6735545" y="4135443"/>
            <a:ext cx="4201111" cy="2152950"/>
          </a:xfrm>
          <a:prstGeom prst="rect">
            <a:avLst/>
          </a:prstGeom>
        </p:spPr>
      </p:pic>
    </p:spTree>
    <p:extLst>
      <p:ext uri="{BB962C8B-B14F-4D97-AF65-F5344CB8AC3E}">
        <p14:creationId xmlns:p14="http://schemas.microsoft.com/office/powerpoint/2010/main" val="333086832"/>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F1EED45-DF7A-8484-AA42-BF4F3443B7AD}"/>
              </a:ext>
            </a:extLst>
          </p:cNvPr>
          <p:cNvSpPr>
            <a:spLocks noGrp="1"/>
          </p:cNvSpPr>
          <p:nvPr>
            <p:ph type="title"/>
          </p:nvPr>
        </p:nvSpPr>
        <p:spPr>
          <a:xfrm>
            <a:off x="2048256" y="438703"/>
            <a:ext cx="7729728" cy="772668"/>
          </a:xfrm>
        </p:spPr>
        <p:txBody>
          <a:bodyPr>
            <a:normAutofit/>
          </a:bodyPr>
          <a:lstStyle/>
          <a:p>
            <a:r>
              <a:rPr lang="nb-NO" dirty="0" err="1">
                <a:latin typeface="Times New Roman" panose="02020603050405020304" pitchFamily="18" charset="0"/>
                <a:cs typeface="Times New Roman" panose="02020603050405020304" pitchFamily="18" charset="0"/>
              </a:rPr>
              <a:t>Customer</a:t>
            </a:r>
            <a:r>
              <a:rPr lang="nb-NO" dirty="0">
                <a:latin typeface="Times New Roman" panose="02020603050405020304" pitchFamily="18" charset="0"/>
                <a:cs typeface="Times New Roman" panose="02020603050405020304" pitchFamily="18" charset="0"/>
              </a:rPr>
              <a:t> Feedback Analysis</a:t>
            </a:r>
          </a:p>
        </p:txBody>
      </p:sp>
      <p:sp>
        <p:nvSpPr>
          <p:cNvPr id="3" name="Content Placeholder 2">
            <a:extLst>
              <a:ext uri="{FF2B5EF4-FFF2-40B4-BE49-F238E27FC236}">
                <a16:creationId xmlns:a16="http://schemas.microsoft.com/office/drawing/2014/main" id="{4071300D-C04A-F902-6B47-B80F46573FFC}"/>
              </a:ext>
            </a:extLst>
          </p:cNvPr>
          <p:cNvSpPr>
            <a:spLocks noGrp="1"/>
          </p:cNvSpPr>
          <p:nvPr>
            <p:ph sz="half" idx="1"/>
          </p:nvPr>
        </p:nvSpPr>
        <p:spPr>
          <a:xfrm>
            <a:off x="670560" y="1624461"/>
            <a:ext cx="6364206" cy="4853940"/>
          </a:xfrm>
        </p:spPr>
        <p:txBody>
          <a:bodyPr>
            <a:noAutofit/>
          </a:bodyPr>
          <a:lstStyle/>
          <a:p>
            <a:pPr algn="just">
              <a:lnSpc>
                <a:spcPct val="170000"/>
              </a:lnSpc>
            </a:pPr>
            <a:r>
              <a:rPr lang="en-US" sz="1100" b="1" dirty="0">
                <a:latin typeface="Times New Roman" panose="02020603050405020304" pitchFamily="18" charset="0"/>
                <a:cs typeface="Times New Roman" panose="02020603050405020304" pitchFamily="18" charset="0"/>
              </a:rPr>
              <a:t>Customer Ratings Distribution:</a:t>
            </a:r>
          </a:p>
          <a:p>
            <a:pPr lvl="1" algn="just">
              <a:lnSpc>
                <a:spcPct val="170000"/>
              </a:lnSpc>
            </a:pPr>
            <a:r>
              <a:rPr lang="en-US" sz="1100" dirty="0">
                <a:latin typeface="Times New Roman" panose="02020603050405020304" pitchFamily="18" charset="0"/>
                <a:cs typeface="Times New Roman" panose="02020603050405020304" pitchFamily="18" charset="0"/>
              </a:rPr>
              <a:t>The majority of customer reviews are in the higher ratings, with 140 reviews at 4 stars and 135 reviews at 5 stars, indicating overall positive feedback. Lower ratings (1-2 stars) account for a smaller proportion, with 26 reviews at 1 star and 57 reviews at 2 stars.</a:t>
            </a:r>
          </a:p>
          <a:p>
            <a:pPr algn="just">
              <a:lnSpc>
                <a:spcPct val="170000"/>
              </a:lnSpc>
            </a:pPr>
            <a:r>
              <a:rPr lang="en-US" sz="1100" b="1" dirty="0">
                <a:latin typeface="Times New Roman" panose="02020603050405020304" pitchFamily="18" charset="0"/>
                <a:cs typeface="Times New Roman" panose="02020603050405020304" pitchFamily="18" charset="0"/>
              </a:rPr>
              <a:t>Sentiment Analysis:</a:t>
            </a:r>
          </a:p>
          <a:p>
            <a:pPr lvl="1" algn="just">
              <a:lnSpc>
                <a:spcPct val="170000"/>
              </a:lnSpc>
            </a:pPr>
            <a:r>
              <a:rPr lang="en-US" sz="1100" dirty="0">
                <a:latin typeface="Times New Roman" panose="02020603050405020304" pitchFamily="18" charset="0"/>
                <a:cs typeface="Times New Roman" panose="02020603050405020304" pitchFamily="18" charset="0"/>
              </a:rPr>
              <a:t>Positive sentiment dominates with 275 reviews, reflecting a generally satisfied customer base. Negative sentiment is present in 82 reviews, with a smaller number of mixed and neutral sentiments, suggesting some areas for improvement but overall strong customer approval.</a:t>
            </a:r>
          </a:p>
          <a:p>
            <a:pPr algn="just">
              <a:lnSpc>
                <a:spcPct val="170000"/>
              </a:lnSpc>
            </a:pPr>
            <a:r>
              <a:rPr lang="en-US" sz="1100" b="1" dirty="0">
                <a:latin typeface="Times New Roman" panose="02020603050405020304" pitchFamily="18" charset="0"/>
                <a:cs typeface="Times New Roman" panose="02020603050405020304" pitchFamily="18" charset="0"/>
              </a:rPr>
              <a:t>Opportunity for Improvement:</a:t>
            </a:r>
          </a:p>
          <a:p>
            <a:pPr lvl="1" algn="just">
              <a:lnSpc>
                <a:spcPct val="170000"/>
              </a:lnSpc>
            </a:pPr>
            <a:r>
              <a:rPr lang="en-US" sz="1100" dirty="0">
                <a:latin typeface="Times New Roman" panose="02020603050405020304" pitchFamily="18" charset="0"/>
                <a:cs typeface="Times New Roman" panose="02020603050405020304" pitchFamily="18" charset="0"/>
              </a:rPr>
              <a:t>The presence of mixed positive and mixed negative sentiments suggests that there are opportunities to convert those mixed experiences into more clearly positive ones, potentially boosting overall ratings. Addressing the specific concerns in mixed reviews could elevate customer satisfaction.</a:t>
            </a:r>
            <a:endParaRPr lang="nb-NO" sz="1100" dirty="0">
              <a:latin typeface="Times New Roman" panose="02020603050405020304" pitchFamily="18" charset="0"/>
              <a:cs typeface="Times New Roman" panose="02020603050405020304" pitchFamily="18" charset="0"/>
            </a:endParaRPr>
          </a:p>
        </p:txBody>
      </p:sp>
      <p:pic>
        <p:nvPicPr>
          <p:cNvPr id="17" name="Picture 16">
            <a:extLst>
              <a:ext uri="{FF2B5EF4-FFF2-40B4-BE49-F238E27FC236}">
                <a16:creationId xmlns:a16="http://schemas.microsoft.com/office/drawing/2014/main" id="{4291471D-A958-47D3-B63D-E987F2406579}"/>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7345680" y="1860375"/>
            <a:ext cx="3962958" cy="2150827"/>
          </a:xfrm>
          <a:prstGeom prst="rect">
            <a:avLst/>
          </a:prstGeom>
        </p:spPr>
      </p:pic>
      <p:pic>
        <p:nvPicPr>
          <p:cNvPr id="21" name="Picture 20">
            <a:extLst>
              <a:ext uri="{FF2B5EF4-FFF2-40B4-BE49-F238E27FC236}">
                <a16:creationId xmlns:a16="http://schemas.microsoft.com/office/drawing/2014/main" id="{2AA2A629-26FE-43F1-B7FD-DE786D957331}"/>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7307580" y="4132978"/>
            <a:ext cx="4001058" cy="2286319"/>
          </a:xfrm>
          <a:prstGeom prst="rect">
            <a:avLst/>
          </a:prstGeom>
        </p:spPr>
      </p:pic>
    </p:spTree>
    <p:extLst>
      <p:ext uri="{BB962C8B-B14F-4D97-AF65-F5344CB8AC3E}">
        <p14:creationId xmlns:p14="http://schemas.microsoft.com/office/powerpoint/2010/main" val="1008302173"/>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91BB6A6-744C-74B5-068C-31DF311F2E42}"/>
              </a:ext>
            </a:extLst>
          </p:cNvPr>
          <p:cNvSpPr>
            <a:spLocks noGrp="1"/>
          </p:cNvSpPr>
          <p:nvPr>
            <p:ph type="title"/>
          </p:nvPr>
        </p:nvSpPr>
        <p:spPr>
          <a:xfrm>
            <a:off x="2102326" y="296863"/>
            <a:ext cx="7987348" cy="743044"/>
          </a:xfrm>
        </p:spPr>
        <p:txBody>
          <a:bodyPr>
            <a:noAutofit/>
          </a:bodyPr>
          <a:lstStyle/>
          <a:p>
            <a:r>
              <a:rPr lang="en-US" dirty="0">
                <a:latin typeface="Times New Roman" panose="02020603050405020304" pitchFamily="18" charset="0"/>
                <a:cs typeface="Times New Roman" panose="02020603050405020304" pitchFamily="18" charset="0"/>
              </a:rPr>
              <a:t> </a:t>
            </a:r>
            <a:r>
              <a:rPr lang="nb-NO" dirty="0">
                <a:latin typeface="Times New Roman" panose="02020603050405020304" pitchFamily="18" charset="0"/>
                <a:cs typeface="Times New Roman" panose="02020603050405020304" pitchFamily="18" charset="0"/>
              </a:rPr>
              <a:t>Actions</a:t>
            </a:r>
          </a:p>
        </p:txBody>
      </p:sp>
      <p:sp>
        <p:nvSpPr>
          <p:cNvPr id="9" name="Content Placeholder 8">
            <a:extLst>
              <a:ext uri="{FF2B5EF4-FFF2-40B4-BE49-F238E27FC236}">
                <a16:creationId xmlns:a16="http://schemas.microsoft.com/office/drawing/2014/main" id="{8BB130CF-2DD1-4F93-32BF-851910EF2C22}"/>
              </a:ext>
            </a:extLst>
          </p:cNvPr>
          <p:cNvSpPr>
            <a:spLocks noGrp="1"/>
          </p:cNvSpPr>
          <p:nvPr>
            <p:ph sz="half" idx="2"/>
          </p:nvPr>
        </p:nvSpPr>
        <p:spPr>
          <a:xfrm>
            <a:off x="242047" y="1452281"/>
            <a:ext cx="11795624" cy="4840943"/>
          </a:xfrm>
        </p:spPr>
        <p:txBody>
          <a:bodyPr>
            <a:noAutofit/>
          </a:bodyPr>
          <a:lstStyle/>
          <a:p>
            <a:pPr marL="0" indent="0" algn="just">
              <a:lnSpc>
                <a:spcPct val="120000"/>
              </a:lnSpc>
              <a:buNone/>
            </a:pPr>
            <a:r>
              <a:rPr lang="en-US" sz="1400" b="1" u="sng" dirty="0">
                <a:latin typeface="Times New Roman" panose="02020603050405020304" pitchFamily="18" charset="0"/>
                <a:cs typeface="Times New Roman" panose="02020603050405020304" pitchFamily="18" charset="0"/>
              </a:rPr>
              <a:t>Actions</a:t>
            </a:r>
            <a:endParaRPr lang="nb-NO" sz="1400" b="1" u="sng" dirty="0">
              <a:latin typeface="Times New Roman" panose="02020603050405020304" pitchFamily="18" charset="0"/>
              <a:cs typeface="Times New Roman" panose="02020603050405020304" pitchFamily="18" charset="0"/>
            </a:endParaRPr>
          </a:p>
          <a:p>
            <a:pPr marL="0" indent="0" algn="just">
              <a:lnSpc>
                <a:spcPct val="120000"/>
              </a:lnSpc>
              <a:buNone/>
            </a:pPr>
            <a:r>
              <a:rPr lang="nb-NO" sz="1400" b="1" dirty="0">
                <a:latin typeface="Times New Roman" panose="02020603050405020304" pitchFamily="18" charset="0"/>
                <a:cs typeface="Times New Roman" panose="02020603050405020304" pitchFamily="18" charset="0"/>
              </a:rPr>
              <a:t>1.</a:t>
            </a:r>
            <a:r>
              <a:rPr lang="nb-NO" sz="1400" b="1" u="sng" dirty="0">
                <a:latin typeface="Times New Roman" panose="02020603050405020304" pitchFamily="18" charset="0"/>
                <a:cs typeface="Times New Roman" panose="02020603050405020304" pitchFamily="18" charset="0"/>
              </a:rPr>
              <a:t>Increase Conversion Rates:</a:t>
            </a:r>
          </a:p>
          <a:p>
            <a:pPr lvl="1" algn="just">
              <a:lnSpc>
                <a:spcPct val="120000"/>
              </a:lnSpc>
            </a:pPr>
            <a:r>
              <a:rPr lang="en-US" sz="1400" dirty="0">
                <a:latin typeface="Times New Roman" panose="02020603050405020304" pitchFamily="18" charset="0"/>
                <a:cs typeface="Times New Roman" panose="02020603050405020304" pitchFamily="18" charset="0"/>
              </a:rPr>
              <a:t>Marketing initiatives should prioritize high-performing product categories Yoga Mat, Baseball Glove and Football Helmet. which have demonstrated consistently elevated conversion rates. To optimize outcomes, seasonal peaks should be strategically leveraged by implementing targeted promotions and personalized campaigns during high-conversion months such as January, September.</a:t>
            </a:r>
            <a:endParaRPr lang="nb-NO" sz="1400" dirty="0">
              <a:latin typeface="Times New Roman" panose="02020603050405020304" pitchFamily="18" charset="0"/>
              <a:cs typeface="Times New Roman" panose="02020603050405020304" pitchFamily="18" charset="0"/>
            </a:endParaRPr>
          </a:p>
          <a:p>
            <a:pPr marL="0" indent="0" algn="just">
              <a:lnSpc>
                <a:spcPct val="120000"/>
              </a:lnSpc>
              <a:buNone/>
            </a:pPr>
            <a:r>
              <a:rPr lang="nb-NO" sz="1400" b="1" dirty="0">
                <a:latin typeface="Times New Roman" panose="02020603050405020304" pitchFamily="18" charset="0"/>
                <a:cs typeface="Times New Roman" panose="02020603050405020304" pitchFamily="18" charset="0"/>
              </a:rPr>
              <a:t>2.</a:t>
            </a:r>
            <a:r>
              <a:rPr lang="nb-NO" sz="1400" b="1" u="sng" dirty="0">
                <a:latin typeface="Times New Roman" panose="02020603050405020304" pitchFamily="18" charset="0"/>
                <a:cs typeface="Times New Roman" panose="02020603050405020304" pitchFamily="18" charset="0"/>
              </a:rPr>
              <a:t>Enhance Customer Engagement:</a:t>
            </a:r>
          </a:p>
          <a:p>
            <a:pPr lvl="1" algn="just">
              <a:lnSpc>
                <a:spcPct val="120000"/>
              </a:lnSpc>
            </a:pPr>
            <a:r>
              <a:rPr lang="en-US" sz="1400" dirty="0">
                <a:latin typeface="Times New Roman" panose="02020603050405020304" pitchFamily="18" charset="0"/>
                <a:cs typeface="Times New Roman" panose="02020603050405020304" pitchFamily="18" charset="0"/>
              </a:rPr>
              <a:t>Revitalize the content strategy to address declining views and reduced interaction rates by incorporating more engaging formats, such as interactive videos and user-generated content. Furthermore, enhance audience engagement by strategically optimizing call-to-action placements across social media and blog channels, with particular emphasis during historically lower-engagement periods from September through December.</a:t>
            </a:r>
            <a:endParaRPr lang="nb-NO" sz="1400" dirty="0">
              <a:latin typeface="Times New Roman" panose="02020603050405020304" pitchFamily="18" charset="0"/>
              <a:cs typeface="Times New Roman" panose="02020603050405020304" pitchFamily="18" charset="0"/>
            </a:endParaRPr>
          </a:p>
          <a:p>
            <a:pPr marL="0" indent="0" algn="just">
              <a:lnSpc>
                <a:spcPct val="120000"/>
              </a:lnSpc>
              <a:buNone/>
            </a:pPr>
            <a:r>
              <a:rPr lang="nb-NO" sz="1400" b="1" dirty="0">
                <a:latin typeface="Times New Roman" panose="02020603050405020304" pitchFamily="18" charset="0"/>
                <a:cs typeface="Times New Roman" panose="02020603050405020304" pitchFamily="18" charset="0"/>
              </a:rPr>
              <a:t>3. </a:t>
            </a:r>
            <a:r>
              <a:rPr lang="nb-NO" sz="1400" b="1" u="sng" dirty="0">
                <a:latin typeface="Times New Roman" panose="02020603050405020304" pitchFamily="18" charset="0"/>
                <a:cs typeface="Times New Roman" panose="02020603050405020304" pitchFamily="18" charset="0"/>
              </a:rPr>
              <a:t>Improve Customer Feedback Scores:</a:t>
            </a:r>
          </a:p>
          <a:p>
            <a:pPr lvl="1" algn="just">
              <a:lnSpc>
                <a:spcPct val="120000"/>
              </a:lnSpc>
            </a:pPr>
            <a:r>
              <a:rPr lang="en-US" sz="1400" dirty="0">
                <a:latin typeface="Times New Roman" panose="02020603050405020304" pitchFamily="18" charset="0"/>
                <a:cs typeface="Times New Roman" panose="02020603050405020304" pitchFamily="18" charset="0"/>
              </a:rPr>
              <a:t>Improve Customer Feedback Scores by systematically addressing mixed and negative reviews through the implementation of a structured feedback loop. This process should involve analyzing recurring issues, developing targeted improvement plans, and actively engaging with dissatisfied customers to resolve concerns. Follow-up initiatives may further encourage re-rating, thereby supporting progress toward achieving the target average rating of 4.0.</a:t>
            </a:r>
            <a:endParaRPr lang="nb-NO" sz="1400"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75864475"/>
      </p:ext>
    </p:extLst>
  </p:cSld>
  <p:clrMapOvr>
    <a:masterClrMapping/>
  </p:clrMapOvr>
</p:sld>
</file>

<file path=ppt/theme/theme1.xml><?xml version="1.0" encoding="utf-8"?>
<a:theme xmlns:a="http://schemas.openxmlformats.org/drawingml/2006/main" name="Parcel">
  <a:themeElements>
    <a:clrScheme name="Parcel">
      <a:dk1>
        <a:srgbClr val="000000"/>
      </a:dk1>
      <a:lt1>
        <a:srgbClr val="FFFFFF"/>
      </a:lt1>
      <a:dk2>
        <a:srgbClr val="635D4D"/>
      </a:dk2>
      <a:lt2>
        <a:srgbClr val="D8D6BA"/>
      </a:lt2>
      <a:accent1>
        <a:srgbClr val="9CBEBD"/>
      </a:accent1>
      <a:accent2>
        <a:srgbClr val="D2CB6C"/>
      </a:accent2>
      <a:accent3>
        <a:srgbClr val="9D9A93"/>
      </a:accent3>
      <a:accent4>
        <a:srgbClr val="C89F5D"/>
      </a:accent4>
      <a:accent5>
        <a:srgbClr val="A9A57C"/>
      </a:accent5>
      <a:accent6>
        <a:srgbClr val="95A39D"/>
      </a:accent6>
      <a:hlink>
        <a:srgbClr val="D25814"/>
      </a:hlink>
      <a:folHlink>
        <a:srgbClr val="849A0A"/>
      </a:folHlink>
    </a:clrScheme>
    <a:fontScheme name="Parcel">
      <a:majorFont>
        <a:latin typeface="Gill Sans MT" panose="020B0502020104020203"/>
        <a:ea typeface=""/>
        <a:cs typeface=""/>
        <a:font script="Grek" typeface="Corbel"/>
        <a:font script="Cyrl" typeface="Corbel"/>
        <a:font script="Jpan" typeface="HGｺﾞｼｯｸE"/>
        <a:font script="Hang" typeface="휴먼매직체"/>
        <a:font script="Hans" typeface="华文中宋"/>
        <a:font script="Hant" typeface="微軟正黑體"/>
        <a:font script="Arab" typeface="Majalla UI"/>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Gill Sans MT" panose="020B0502020104020203"/>
        <a:ea typeface=""/>
        <a:cs typeface=""/>
        <a:font script="Grek" typeface="Corbel"/>
        <a:font script="Cyrl" typeface="Corbel"/>
        <a:font script="Jpan" typeface="HGｺﾞｼｯｸE"/>
        <a:font script="Hang" typeface="휴먼매직체"/>
        <a:font script="Hans" typeface="华文中宋"/>
        <a:font script="Hant" typeface="微軟正黑體"/>
        <a:font script="Arab" typeface="Majalla UI"/>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inorFont>
    </a:fontScheme>
    <a:fmtScheme name="Parcel">
      <a:fillStyleLst>
        <a:solidFill>
          <a:schemeClr val="phClr"/>
        </a:solidFill>
        <a:gradFill rotWithShape="1">
          <a:gsLst>
            <a:gs pos="0">
              <a:schemeClr val="phClr">
                <a:tint val="80000"/>
                <a:satMod val="107000"/>
                <a:lumMod val="103000"/>
              </a:schemeClr>
            </a:gs>
            <a:gs pos="100000">
              <a:schemeClr val="phClr">
                <a:tint val="82000"/>
                <a:satMod val="109000"/>
                <a:lumMod val="103000"/>
              </a:schemeClr>
            </a:gs>
          </a:gsLst>
          <a:lin ang="5400000" scaled="0"/>
        </a:gradFill>
        <a:gradFill rotWithShape="1">
          <a:gsLst>
            <a:gs pos="0">
              <a:schemeClr val="phClr">
                <a:tint val="97000"/>
                <a:satMod val="100000"/>
                <a:lumMod val="102000"/>
              </a:schemeClr>
            </a:gs>
            <a:gs pos="50000">
              <a:schemeClr val="phClr">
                <a:shade val="100000"/>
                <a:satMod val="103000"/>
                <a:lumMod val="100000"/>
              </a:schemeClr>
            </a:gs>
            <a:gs pos="100000">
              <a:schemeClr val="phClr">
                <a:shade val="93000"/>
                <a:satMod val="110000"/>
                <a:lumMod val="99000"/>
              </a:schemeClr>
            </a:gs>
          </a:gsLst>
          <a:lin ang="5400000" scaled="0"/>
        </a:gradFill>
      </a:fillStyleLst>
      <a:lnStyleLst>
        <a:ln w="6350" cap="flat" cmpd="sng" algn="ctr">
          <a:solidFill>
            <a:schemeClr val="phClr"/>
          </a:solidFill>
          <a:prstDash val="solid"/>
        </a:ln>
        <a:ln w="12700" cap="flat" cmpd="sng" algn="ctr">
          <a:solidFill>
            <a:schemeClr val="phClr"/>
          </a:solidFill>
          <a:prstDash val="solid"/>
        </a:ln>
        <a:ln w="31750" cap="flat" cmpd="sng" algn="ctr">
          <a:solidFill>
            <a:schemeClr val="phClr"/>
          </a:solidFill>
          <a:prstDash val="solid"/>
        </a:ln>
      </a:lnStyleLst>
      <a:effectStyleLst>
        <a:effectStyle>
          <a:effectLst/>
        </a:effectStyle>
        <a:effectStyle>
          <a:effectLst/>
        </a:effectStyle>
        <a:effectStyle>
          <a:effectLst>
            <a:outerShdw blurRad="55880" dist="15240" dir="5400000" algn="ctr" rotWithShape="0">
              <a:srgbClr val="000000">
                <a:alpha val="45000"/>
              </a:srgbClr>
            </a:outerShdw>
          </a:effectLst>
          <a:scene3d>
            <a:camera prst="orthographicFront">
              <a:rot lat="0" lon="0" rev="0"/>
            </a:camera>
            <a:lightRig rig="brightRoom" dir="tl"/>
          </a:scene3d>
          <a:sp3d prstMaterial="dkEdge">
            <a:bevelT w="0" h="0"/>
          </a:sp3d>
        </a:effectStyle>
      </a:effectStyleLst>
      <a:bgFillStyleLst>
        <a:solidFill>
          <a:schemeClr val="phClr"/>
        </a:solidFill>
        <a:solidFill>
          <a:schemeClr val="phClr">
            <a:tint val="95000"/>
            <a:satMod val="170000"/>
          </a:schemeClr>
        </a:solidFill>
        <a:gradFill rotWithShape="1">
          <a:gsLst>
            <a:gs pos="0">
              <a:schemeClr val="phClr">
                <a:tint val="97000"/>
                <a:shade val="100000"/>
                <a:satMod val="185000"/>
                <a:lumMod val="120000"/>
              </a:schemeClr>
            </a:gs>
            <a:gs pos="100000">
              <a:schemeClr val="phClr">
                <a:tint val="96000"/>
                <a:shade val="95000"/>
                <a:satMod val="215000"/>
                <a:lumMod val="80000"/>
              </a:schemeClr>
            </a:gs>
          </a:gsLst>
          <a:path path="circle">
            <a:fillToRect l="50000" t="55000" r="125000" b="100000"/>
          </a:path>
        </a:gradFill>
      </a:bgFillStyleLst>
    </a:fmtScheme>
  </a:themeElements>
  <a:objectDefaults/>
  <a:extraClrSchemeLst/>
  <a:extLst>
    <a:ext uri="{05A4C25C-085E-4340-85A3-A5531E510DB2}">
      <thm15:themeFamily xmlns:thm15="http://schemas.microsoft.com/office/thememl/2012/main" name="Parcel" id="{8BEC4385-4EB9-4D53-BFB5-0EA123736B6D}" vid="{0BDC4BB7-8AF9-46FD-8C32-AB93AC9C4100}"/>
    </a:ext>
  </a:extLst>
</a:theme>
</file>

<file path=docProps/app.xml><?xml version="1.0" encoding="utf-8"?>
<Properties xmlns="http://schemas.openxmlformats.org/officeDocument/2006/extended-properties" xmlns:vt="http://schemas.openxmlformats.org/officeDocument/2006/docPropsVTypes">
  <Template>Parcel</Template>
  <TotalTime>327</TotalTime>
  <Words>697</Words>
  <Application>Microsoft Office PowerPoint</Application>
  <PresentationFormat>Widescreen</PresentationFormat>
  <Paragraphs>39</Paragraphs>
  <Slides>6</Slides>
  <Notes>0</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6</vt:i4>
      </vt:variant>
    </vt:vector>
  </HeadingPairs>
  <TitlesOfParts>
    <vt:vector size="10" baseType="lpstr">
      <vt:lpstr>Arial</vt:lpstr>
      <vt:lpstr>Gill Sans MT</vt:lpstr>
      <vt:lpstr>Times New Roman</vt:lpstr>
      <vt:lpstr>Parcel</vt:lpstr>
      <vt:lpstr>Data Presentation</vt:lpstr>
      <vt:lpstr>Overview</vt:lpstr>
      <vt:lpstr>Decreased Conversion Rates</vt:lpstr>
      <vt:lpstr>Reduced Customer Engagement</vt:lpstr>
      <vt:lpstr>Customer Feedback Analysis</vt:lpstr>
      <vt:lpstr> Actions</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Data Presentation</dc:title>
  <dc:creator>Ali Ahmad</dc:creator>
  <cp:lastModifiedBy>hp</cp:lastModifiedBy>
  <cp:revision>18</cp:revision>
  <dcterms:created xsi:type="dcterms:W3CDTF">2024-09-03T15:16:05Z</dcterms:created>
  <dcterms:modified xsi:type="dcterms:W3CDTF">2025-12-31T09:41:18Z</dcterms:modified>
</cp:coreProperties>
</file>